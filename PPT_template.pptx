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p:sldMasterIdLst>
    <p:sldMasterId id="2147483682" r:id="rId1"/>
  </p:sldMasterIdLst>
  <p:notesMasterIdLst>
    <p:notesMasterId r:id="rId20"/>
  </p:notesMasterIdLst>
  <p:handoutMasterIdLst>
    <p:handoutMasterId r:id="rId21"/>
  </p:handoutMasterIdLst>
  <p:sldIdLst>
    <p:sldId id="293" r:id="rId2"/>
    <p:sldId id="315" r:id="rId3"/>
    <p:sldId id="337" r:id="rId4"/>
    <p:sldId id="328" r:id="rId5"/>
    <p:sldId id="306" r:id="rId6"/>
    <p:sldId id="317" r:id="rId7"/>
    <p:sldId id="324" r:id="rId8"/>
    <p:sldId id="325" r:id="rId9"/>
    <p:sldId id="326" r:id="rId10"/>
    <p:sldId id="330" r:id="rId11"/>
    <p:sldId id="336" r:id="rId12"/>
    <p:sldId id="329" r:id="rId13"/>
    <p:sldId id="331" r:id="rId14"/>
    <p:sldId id="332" r:id="rId15"/>
    <p:sldId id="333" r:id="rId16"/>
    <p:sldId id="327" r:id="rId17"/>
    <p:sldId id="320" r:id="rId18"/>
    <p:sldId id="322" r:id="rId19"/>
  </p:sldIdLst>
  <p:sldSz cx="13442950" cy="7561263"/>
  <p:notesSz cx="6805613" cy="9939338"/>
  <p:embeddedFontLst>
    <p:embeddedFont>
      <p:font typeface="Lato" panose="020F0502020204030203" pitchFamily="34" charset="0"/>
      <p:regular r:id="rId22"/>
      <p:bold r:id="rId23"/>
      <p:italic r:id="rId24"/>
      <p:boldItalic r:id="rId25"/>
    </p:embeddedFont>
    <p:embeddedFont>
      <p:font typeface="PMingLiU" panose="02020500000000000000" pitchFamily="18" charset="-120"/>
      <p:regular r:id="rId26"/>
    </p:embeddedFont>
    <p:embeddedFont>
      <p:font typeface="Verdana" panose="020B0604030504040204" pitchFamily="34" charset="0"/>
      <p:regular r:id="rId27"/>
      <p:bold r:id="rId28"/>
      <p:italic r:id="rId29"/>
      <p:boldItalic r:id="rId30"/>
    </p:embeddedFont>
    <p:embeddedFont>
      <p:font typeface="Wingdings 2" panose="05020102010507070707" pitchFamily="18" charset="2"/>
      <p:regular r:id="rId31"/>
    </p:embeddedFont>
    <p:embeddedFont>
      <p:font typeface="黑体" panose="02010609060101010101" pitchFamily="49" charset="-122"/>
      <p:regular r:id="rId32"/>
    </p:embeddedFont>
  </p:embeddedFontLst>
  <p:defaultTextStyle>
    <a:defPPr>
      <a:defRPr lang="en-US"/>
    </a:defPPr>
    <a:lvl1pPr algn="l" rtl="0" eaLnBrk="0" fontAlgn="base" hangingPunct="0">
      <a:spcBef>
        <a:spcPct val="0"/>
      </a:spcBef>
      <a:spcAft>
        <a:spcPct val="0"/>
      </a:spcAft>
      <a:defRPr sz="2400" b="1" kern="1200">
        <a:solidFill>
          <a:srgbClr val="000066"/>
        </a:solidFill>
        <a:latin typeface="Verdana" pitchFamily="34" charset="0"/>
        <a:ea typeface="新細明體" pitchFamily="18" charset="-120"/>
        <a:cs typeface="+mn-cs"/>
      </a:defRPr>
    </a:lvl1pPr>
    <a:lvl2pPr marL="457200" algn="l" rtl="0" eaLnBrk="0" fontAlgn="base" hangingPunct="0">
      <a:spcBef>
        <a:spcPct val="0"/>
      </a:spcBef>
      <a:spcAft>
        <a:spcPct val="0"/>
      </a:spcAft>
      <a:defRPr sz="2400" b="1" kern="1200">
        <a:solidFill>
          <a:srgbClr val="000066"/>
        </a:solidFill>
        <a:latin typeface="Verdana" pitchFamily="34" charset="0"/>
        <a:ea typeface="新細明體" pitchFamily="18" charset="-120"/>
        <a:cs typeface="+mn-cs"/>
      </a:defRPr>
    </a:lvl2pPr>
    <a:lvl3pPr marL="914400" algn="l" rtl="0" eaLnBrk="0" fontAlgn="base" hangingPunct="0">
      <a:spcBef>
        <a:spcPct val="0"/>
      </a:spcBef>
      <a:spcAft>
        <a:spcPct val="0"/>
      </a:spcAft>
      <a:defRPr sz="2400" b="1" kern="1200">
        <a:solidFill>
          <a:srgbClr val="000066"/>
        </a:solidFill>
        <a:latin typeface="Verdana" pitchFamily="34" charset="0"/>
        <a:ea typeface="新細明體" pitchFamily="18" charset="-120"/>
        <a:cs typeface="+mn-cs"/>
      </a:defRPr>
    </a:lvl3pPr>
    <a:lvl4pPr marL="1371600" algn="l" rtl="0" eaLnBrk="0" fontAlgn="base" hangingPunct="0">
      <a:spcBef>
        <a:spcPct val="0"/>
      </a:spcBef>
      <a:spcAft>
        <a:spcPct val="0"/>
      </a:spcAft>
      <a:defRPr sz="2400" b="1" kern="1200">
        <a:solidFill>
          <a:srgbClr val="000066"/>
        </a:solidFill>
        <a:latin typeface="Verdana" pitchFamily="34" charset="0"/>
        <a:ea typeface="新細明體" pitchFamily="18" charset="-120"/>
        <a:cs typeface="+mn-cs"/>
      </a:defRPr>
    </a:lvl4pPr>
    <a:lvl5pPr marL="1828800" algn="l" rtl="0" eaLnBrk="0" fontAlgn="base" hangingPunct="0">
      <a:spcBef>
        <a:spcPct val="0"/>
      </a:spcBef>
      <a:spcAft>
        <a:spcPct val="0"/>
      </a:spcAft>
      <a:defRPr sz="2400" b="1" kern="1200">
        <a:solidFill>
          <a:srgbClr val="000066"/>
        </a:solidFill>
        <a:latin typeface="Verdana" pitchFamily="34" charset="0"/>
        <a:ea typeface="新細明體" pitchFamily="18" charset="-120"/>
        <a:cs typeface="+mn-cs"/>
      </a:defRPr>
    </a:lvl5pPr>
    <a:lvl6pPr marL="2286000" algn="l" defTabSz="914400" rtl="0" eaLnBrk="1" latinLnBrk="0" hangingPunct="1">
      <a:defRPr sz="2400" b="1" kern="1200">
        <a:solidFill>
          <a:srgbClr val="000066"/>
        </a:solidFill>
        <a:latin typeface="Verdana" pitchFamily="34" charset="0"/>
        <a:ea typeface="新細明體" pitchFamily="18" charset="-120"/>
        <a:cs typeface="+mn-cs"/>
      </a:defRPr>
    </a:lvl6pPr>
    <a:lvl7pPr marL="2743200" algn="l" defTabSz="914400" rtl="0" eaLnBrk="1" latinLnBrk="0" hangingPunct="1">
      <a:defRPr sz="2400" b="1" kern="1200">
        <a:solidFill>
          <a:srgbClr val="000066"/>
        </a:solidFill>
        <a:latin typeface="Verdana" pitchFamily="34" charset="0"/>
        <a:ea typeface="新細明體" pitchFamily="18" charset="-120"/>
        <a:cs typeface="+mn-cs"/>
      </a:defRPr>
    </a:lvl7pPr>
    <a:lvl8pPr marL="3200400" algn="l" defTabSz="914400" rtl="0" eaLnBrk="1" latinLnBrk="0" hangingPunct="1">
      <a:defRPr sz="2400" b="1" kern="1200">
        <a:solidFill>
          <a:srgbClr val="000066"/>
        </a:solidFill>
        <a:latin typeface="Verdana" pitchFamily="34" charset="0"/>
        <a:ea typeface="新細明體" pitchFamily="18" charset="-120"/>
        <a:cs typeface="+mn-cs"/>
      </a:defRPr>
    </a:lvl8pPr>
    <a:lvl9pPr marL="3657600" algn="l" defTabSz="914400" rtl="0" eaLnBrk="1" latinLnBrk="0" hangingPunct="1">
      <a:defRPr sz="2400" b="1" kern="1200">
        <a:solidFill>
          <a:srgbClr val="000066"/>
        </a:solidFill>
        <a:latin typeface="Verdana" pitchFamily="34" charset="0"/>
        <a:ea typeface="新細明體" pitchFamily="18" charset="-120"/>
        <a:cs typeface="+mn-cs"/>
      </a:defRPr>
    </a:lvl9pPr>
  </p:defaultTextStyle>
  <p:extLst>
    <p:ext uri="{EFAFB233-063F-42B5-8137-9DF3F51BA10A}">
      <p15:sldGuideLst xmlns:p15="http://schemas.microsoft.com/office/powerpoint/2012/main">
        <p15:guide id="17" pos="378" userDrawn="1">
          <p15:clr>
            <a:srgbClr val="A4A3A4"/>
          </p15:clr>
        </p15:guide>
        <p15:guide id="18" pos="8226" userDrawn="1">
          <p15:clr>
            <a:srgbClr val="A4A3A4"/>
          </p15:clr>
        </p15:guide>
        <p15:guide id="19" orient="horz" pos="250" userDrawn="1">
          <p15:clr>
            <a:srgbClr val="A4A3A4"/>
          </p15:clr>
        </p15:guide>
        <p15:guide id="20" orient="horz" pos="452" userDrawn="1">
          <p15:clr>
            <a:srgbClr val="A4A3A4"/>
          </p15:clr>
        </p15:guide>
      </p15:sldGuideLst>
    </p:ext>
    <p:ext uri="{2D200454-40CA-4A62-9FC3-DE9A4176ACB9}">
      <p15:notesGuideLst xmlns:p15="http://schemas.microsoft.com/office/powerpoint/2012/main">
        <p15:guide id="1" orient="horz" pos="3129"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56BAC"/>
    <a:srgbClr val="000066"/>
    <a:srgbClr val="595959"/>
    <a:srgbClr val="6D8086"/>
    <a:srgbClr val="7F7F7F"/>
    <a:srgbClr val="7CCAE9"/>
    <a:srgbClr val="366BAB"/>
    <a:srgbClr val="12216A"/>
    <a:srgbClr val="D7000F"/>
    <a:srgbClr val="2234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620" autoAdjust="0"/>
    <p:restoredTop sz="98010" autoAdjust="0"/>
  </p:normalViewPr>
  <p:slideViewPr>
    <p:cSldViewPr snapToObjects="1">
      <p:cViewPr varScale="1">
        <p:scale>
          <a:sx n="97" d="100"/>
          <a:sy n="97" d="100"/>
        </p:scale>
        <p:origin x="114" y="252"/>
      </p:cViewPr>
      <p:guideLst>
        <p:guide pos="378"/>
        <p:guide pos="8226"/>
        <p:guide orient="horz" pos="250"/>
        <p:guide orient="horz" pos="452"/>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Objects="1">
      <p:cViewPr varScale="1">
        <p:scale>
          <a:sx n="75" d="100"/>
          <a:sy n="75" d="100"/>
        </p:scale>
        <p:origin x="4026" y="60"/>
      </p:cViewPr>
      <p:guideLst>
        <p:guide orient="horz" pos="3129"/>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handoutMaster" Target="handoutMasters/handoutMaster1.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heme" Target="theme/theme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ZX\q\&#24180;&#24230;&#31574;&#30053;\A&#32929;&#24066;&#22330;&#27969;&#21160;&#24615;&#26356;&#26032;-2025103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US" altLang="zh-CN" sz="1440" b="0" i="0" u="none" strike="noStrike" kern="1200" spc="0" baseline="0">
                <a:solidFill>
                  <a:prstClr val="black"/>
                </a:solidFill>
                <a:latin typeface="Lato" panose="020F0502020204030203" pitchFamily="34" charset="0"/>
                <a:ea typeface="黑体" panose="02010609060101010101" pitchFamily="49" charset="-122"/>
                <a:cs typeface="+mn-cs"/>
              </a:defRPr>
            </a:pPr>
            <a:r>
              <a:rPr lang="zh-CN"/>
              <a:t>上交所新增开户数（万户）</a:t>
            </a:r>
          </a:p>
        </c:rich>
      </c:tx>
      <c:overlay val="0"/>
      <c:spPr>
        <a:noFill/>
        <a:ln>
          <a:noFill/>
        </a:ln>
        <a:effectLst/>
      </c:spPr>
      <c:txPr>
        <a:bodyPr rot="0" spcFirstLastPara="1" vertOverflow="ellipsis" vert="horz" wrap="square" anchor="ctr" anchorCtr="1"/>
        <a:lstStyle/>
        <a:p>
          <a:pPr algn="ctr" rtl="0">
            <a:defRPr lang="en-US" altLang="zh-CN" sz="1440" b="0" i="0" u="none" strike="noStrike" kern="1200" spc="0" baseline="0">
              <a:solidFill>
                <a:prstClr val="black"/>
              </a:solidFill>
              <a:latin typeface="Lato" panose="020F0502020204030203" pitchFamily="34" charset="0"/>
              <a:ea typeface="黑体" panose="02010609060101010101" pitchFamily="49" charset="-122"/>
              <a:cs typeface="+mn-cs"/>
            </a:defRPr>
          </a:pPr>
          <a:endParaRPr lang="en-US"/>
        </a:p>
      </c:txPr>
    </c:title>
    <c:autoTitleDeleted val="0"/>
    <c:plotArea>
      <c:layout>
        <c:manualLayout>
          <c:layoutTarget val="inner"/>
          <c:xMode val="edge"/>
          <c:yMode val="edge"/>
          <c:x val="7.579643775973037E-2"/>
          <c:y val="9.9406013137140092E-2"/>
          <c:w val="0.87570401728878411"/>
          <c:h val="0.73825810779536438"/>
        </c:manualLayout>
      </c:layout>
      <c:barChart>
        <c:barDir val="col"/>
        <c:grouping val="clustered"/>
        <c:varyColors val="0"/>
        <c:ser>
          <c:idx val="0"/>
          <c:order val="0"/>
          <c:tx>
            <c:strRef>
              <c:f>Sheet1!$B$3</c:f>
              <c:strCache>
                <c:ptCount val="1"/>
                <c:pt idx="0">
                  <c:v>上交所新增开户数（万户）</c:v>
                </c:pt>
              </c:strCache>
            </c:strRef>
          </c:tx>
          <c:spPr>
            <a:solidFill>
              <a:srgbClr val="000066"/>
            </a:solidFill>
            <a:ln>
              <a:solidFill>
                <a:srgbClr val="5065A6"/>
              </a:solidFill>
            </a:ln>
            <a:effectLst/>
          </c:spPr>
          <c:invertIfNegative val="0"/>
          <c:dLbls>
            <c:dLbl>
              <c:idx val="99"/>
              <c:layout>
                <c:manualLayout>
                  <c:x val="-0.19801904163046488"/>
                  <c:y val="8.3836987693662976E-2"/>
                </c:manualLayout>
              </c:layout>
              <c:tx>
                <c:rich>
                  <a:bodyPr/>
                  <a:lstStyle/>
                  <a:p>
                    <a:r>
                      <a:rPr lang="en-US" altLang="zh-CN"/>
                      <a:t>2015-4</a:t>
                    </a:r>
                    <a:r>
                      <a:rPr lang="zh-CN" altLang="en-US"/>
                      <a:t>，</a:t>
                    </a:r>
                    <a:r>
                      <a:rPr lang="en-US" altLang="zh-CN"/>
                      <a:t>720</a:t>
                    </a:r>
                    <a:r>
                      <a:rPr lang="zh-CN" altLang="en-US"/>
                      <a:t>万户</a:t>
                    </a:r>
                  </a:p>
                </c:rich>
              </c:tx>
              <c:showLegendKey val="0"/>
              <c:showVal val="1"/>
              <c:showCatName val="0"/>
              <c:showSerName val="0"/>
              <c:showPercent val="0"/>
              <c:showBubbleSize val="0"/>
              <c:extLst>
                <c:ext xmlns:c15="http://schemas.microsoft.com/office/drawing/2012/chart" uri="{CE6537A1-D6FC-4f65-9D91-7224C49458BB}">
                  <c15:layout>
                    <c:manualLayout>
                      <c:w val="0.27825300837330719"/>
                      <c:h val="0.11583970300123607"/>
                    </c:manualLayout>
                  </c15:layout>
                  <c15:showDataLabelsRange val="0"/>
                </c:ext>
                <c:ext xmlns:c16="http://schemas.microsoft.com/office/drawing/2014/chart" uri="{C3380CC4-5D6E-409C-BE32-E72D297353CC}">
                  <c16:uniqueId val="{00000000-E043-4060-9844-6772F76A5DF8}"/>
                </c:ext>
              </c:extLst>
            </c:dLbl>
            <c:dLbl>
              <c:idx val="213"/>
              <c:layout>
                <c:manualLayout>
                  <c:x val="-8.5535225118712768E-2"/>
                  <c:y val="-3.2500667927112516E-2"/>
                </c:manualLayout>
              </c:layout>
              <c:tx>
                <c:rich>
                  <a:bodyPr/>
                  <a:lstStyle/>
                  <a:p>
                    <a:r>
                      <a:rPr lang="en-US" altLang="zh-CN"/>
                      <a:t>2024-10</a:t>
                    </a:r>
                    <a:r>
                      <a:rPr lang="zh-CN" altLang="en-US"/>
                      <a:t>，</a:t>
                    </a:r>
                    <a:r>
                      <a:rPr lang="en-US" altLang="zh-CN"/>
                      <a:t>685</a:t>
                    </a:r>
                    <a:r>
                      <a:rPr lang="zh-CN" altLang="en-US"/>
                      <a:t>万户</a:t>
                    </a:r>
                  </a:p>
                </c:rich>
              </c:tx>
              <c:showLegendKey val="0"/>
              <c:showVal val="1"/>
              <c:showCatName val="0"/>
              <c:showSerName val="0"/>
              <c:showPercent val="0"/>
              <c:showBubbleSize val="0"/>
              <c:extLst>
                <c:ext xmlns:c15="http://schemas.microsoft.com/office/drawing/2012/chart" uri="{CE6537A1-D6FC-4f65-9D91-7224C49458BB}">
                  <c15:layout>
                    <c:manualLayout>
                      <c:w val="0.26833946312218199"/>
                      <c:h val="0.11583970300123607"/>
                    </c:manualLayout>
                  </c15:layout>
                  <c15:showDataLabelsRange val="0"/>
                </c:ext>
                <c:ext xmlns:c16="http://schemas.microsoft.com/office/drawing/2014/chart" uri="{C3380CC4-5D6E-409C-BE32-E72D297353CC}">
                  <c16:uniqueId val="{00000001-E043-4060-9844-6772F76A5DF8}"/>
                </c:ext>
              </c:extLst>
            </c:dLbl>
            <c:dLbl>
              <c:idx val="224"/>
              <c:layout>
                <c:manualLayout>
                  <c:x val="-2.8651694315991023E-2"/>
                  <c:y val="-6.7178533072680929E-2"/>
                </c:manualLayout>
              </c:layout>
              <c:tx>
                <c:rich>
                  <a:bodyPr/>
                  <a:lstStyle/>
                  <a:p>
                    <a:r>
                      <a:rPr lang="en-US" altLang="zh-CN"/>
                      <a:t>2025-9</a:t>
                    </a:r>
                    <a:r>
                      <a:rPr lang="zh-CN" altLang="en-US"/>
                      <a:t>，</a:t>
                    </a:r>
                    <a:r>
                      <a:rPr lang="en-US" altLang="zh-CN"/>
                      <a:t>294</a:t>
                    </a:r>
                    <a:r>
                      <a:rPr lang="zh-CN" altLang="en-US"/>
                      <a:t>万户</a:t>
                    </a:r>
                  </a:p>
                </c:rich>
              </c:tx>
              <c:showLegendKey val="0"/>
              <c:showVal val="1"/>
              <c:showCatName val="0"/>
              <c:showSerName val="0"/>
              <c:showPercent val="0"/>
              <c:showBubbleSize val="0"/>
              <c:extLst>
                <c:ext xmlns:c15="http://schemas.microsoft.com/office/drawing/2012/chart" uri="{CE6537A1-D6FC-4f65-9D91-7224C49458BB}">
                  <c15:layout>
                    <c:manualLayout>
                      <c:w val="0.23011831352778037"/>
                      <c:h val="0.11583970300123607"/>
                    </c:manualLayout>
                  </c15:layout>
                  <c15:showDataLabelsRange val="0"/>
                </c:ext>
                <c:ext xmlns:c16="http://schemas.microsoft.com/office/drawing/2014/chart" uri="{C3380CC4-5D6E-409C-BE32-E72D297353CC}">
                  <c16:uniqueId val="{00000002-E043-4060-9844-6772F76A5DF8}"/>
                </c:ext>
              </c:extLst>
            </c:dLbl>
            <c:spPr>
              <a:noFill/>
              <a:ln>
                <a:noFill/>
              </a:ln>
              <a:effectLst/>
            </c:spPr>
            <c:txPr>
              <a:bodyPr rot="0" spcFirstLastPara="1" vertOverflow="ellipsis" vert="horz" wrap="square" anchor="ctr" anchorCtr="1"/>
              <a:lstStyle/>
              <a:p>
                <a:pPr algn="ctr" rtl="0">
                  <a:defRPr lang="en-US" altLang="zh-CN" sz="1200" b="0" i="0" u="none" strike="noStrike" kern="1200" spc="0" baseline="0">
                    <a:solidFill>
                      <a:prstClr val="black"/>
                    </a:solidFill>
                    <a:latin typeface="Lato" panose="020F0502020204030203" pitchFamily="34" charset="0"/>
                    <a:ea typeface="黑体" panose="02010609060101010101" pitchFamily="49" charset="-122"/>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Sheet1!$A$4:$A$228</c:f>
              <c:numCache>
                <c:formatCode>yyyy\-mm_ </c:formatCode>
                <c:ptCount val="225"/>
                <c:pt idx="0">
                  <c:v>39113</c:v>
                </c:pt>
                <c:pt idx="1">
                  <c:v>39141</c:v>
                </c:pt>
                <c:pt idx="2">
                  <c:v>39172</c:v>
                </c:pt>
                <c:pt idx="3">
                  <c:v>39202</c:v>
                </c:pt>
                <c:pt idx="4">
                  <c:v>39233</c:v>
                </c:pt>
                <c:pt idx="5">
                  <c:v>39263</c:v>
                </c:pt>
                <c:pt idx="6">
                  <c:v>39294</c:v>
                </c:pt>
                <c:pt idx="7">
                  <c:v>39325</c:v>
                </c:pt>
                <c:pt idx="8">
                  <c:v>39355</c:v>
                </c:pt>
                <c:pt idx="9">
                  <c:v>39386</c:v>
                </c:pt>
                <c:pt idx="10">
                  <c:v>39416</c:v>
                </c:pt>
                <c:pt idx="11">
                  <c:v>39447</c:v>
                </c:pt>
                <c:pt idx="12">
                  <c:v>39478</c:v>
                </c:pt>
                <c:pt idx="13">
                  <c:v>39507</c:v>
                </c:pt>
                <c:pt idx="14">
                  <c:v>39538</c:v>
                </c:pt>
                <c:pt idx="15">
                  <c:v>39568</c:v>
                </c:pt>
                <c:pt idx="16">
                  <c:v>39599</c:v>
                </c:pt>
                <c:pt idx="17">
                  <c:v>39629</c:v>
                </c:pt>
                <c:pt idx="18">
                  <c:v>39660</c:v>
                </c:pt>
                <c:pt idx="19">
                  <c:v>39691</c:v>
                </c:pt>
                <c:pt idx="20">
                  <c:v>39721</c:v>
                </c:pt>
                <c:pt idx="21">
                  <c:v>39752</c:v>
                </c:pt>
                <c:pt idx="22">
                  <c:v>39782</c:v>
                </c:pt>
                <c:pt idx="23">
                  <c:v>39813</c:v>
                </c:pt>
                <c:pt idx="24">
                  <c:v>39844</c:v>
                </c:pt>
                <c:pt idx="25">
                  <c:v>39872</c:v>
                </c:pt>
                <c:pt idx="26">
                  <c:v>39903</c:v>
                </c:pt>
                <c:pt idx="27">
                  <c:v>39933</c:v>
                </c:pt>
                <c:pt idx="28">
                  <c:v>39964</c:v>
                </c:pt>
                <c:pt idx="29">
                  <c:v>39994</c:v>
                </c:pt>
                <c:pt idx="30">
                  <c:v>40025</c:v>
                </c:pt>
                <c:pt idx="31">
                  <c:v>40056</c:v>
                </c:pt>
                <c:pt idx="32">
                  <c:v>40086</c:v>
                </c:pt>
                <c:pt idx="33">
                  <c:v>40117</c:v>
                </c:pt>
                <c:pt idx="34">
                  <c:v>40147</c:v>
                </c:pt>
                <c:pt idx="35">
                  <c:v>40178</c:v>
                </c:pt>
                <c:pt idx="36">
                  <c:v>40209</c:v>
                </c:pt>
                <c:pt idx="37">
                  <c:v>40237</c:v>
                </c:pt>
                <c:pt idx="38">
                  <c:v>40268</c:v>
                </c:pt>
                <c:pt idx="39">
                  <c:v>40298</c:v>
                </c:pt>
                <c:pt idx="40">
                  <c:v>40329</c:v>
                </c:pt>
                <c:pt idx="41">
                  <c:v>40359</c:v>
                </c:pt>
                <c:pt idx="42">
                  <c:v>40390</c:v>
                </c:pt>
                <c:pt idx="43">
                  <c:v>40421</c:v>
                </c:pt>
                <c:pt idx="44">
                  <c:v>40451</c:v>
                </c:pt>
                <c:pt idx="45">
                  <c:v>40482</c:v>
                </c:pt>
                <c:pt idx="46">
                  <c:v>40512</c:v>
                </c:pt>
                <c:pt idx="47">
                  <c:v>40543</c:v>
                </c:pt>
                <c:pt idx="48">
                  <c:v>40574</c:v>
                </c:pt>
                <c:pt idx="49">
                  <c:v>40602</c:v>
                </c:pt>
                <c:pt idx="50">
                  <c:v>40633</c:v>
                </c:pt>
                <c:pt idx="51">
                  <c:v>40663</c:v>
                </c:pt>
                <c:pt idx="52">
                  <c:v>40694</c:v>
                </c:pt>
                <c:pt idx="53">
                  <c:v>40724</c:v>
                </c:pt>
                <c:pt idx="54">
                  <c:v>40755</c:v>
                </c:pt>
                <c:pt idx="55">
                  <c:v>40786</c:v>
                </c:pt>
                <c:pt idx="56">
                  <c:v>40816</c:v>
                </c:pt>
                <c:pt idx="57">
                  <c:v>40847</c:v>
                </c:pt>
                <c:pt idx="58">
                  <c:v>40877</c:v>
                </c:pt>
                <c:pt idx="59">
                  <c:v>40908</c:v>
                </c:pt>
                <c:pt idx="60">
                  <c:v>40939</c:v>
                </c:pt>
                <c:pt idx="61">
                  <c:v>40968</c:v>
                </c:pt>
                <c:pt idx="62">
                  <c:v>40999</c:v>
                </c:pt>
                <c:pt idx="63">
                  <c:v>41029</c:v>
                </c:pt>
                <c:pt idx="64">
                  <c:v>41060</c:v>
                </c:pt>
                <c:pt idx="65">
                  <c:v>41090</c:v>
                </c:pt>
                <c:pt idx="66">
                  <c:v>41121</c:v>
                </c:pt>
                <c:pt idx="67">
                  <c:v>41152</c:v>
                </c:pt>
                <c:pt idx="68">
                  <c:v>41182</c:v>
                </c:pt>
                <c:pt idx="69">
                  <c:v>41213</c:v>
                </c:pt>
                <c:pt idx="70">
                  <c:v>41243</c:v>
                </c:pt>
                <c:pt idx="71">
                  <c:v>41274</c:v>
                </c:pt>
                <c:pt idx="72">
                  <c:v>41305</c:v>
                </c:pt>
                <c:pt idx="73">
                  <c:v>41333</c:v>
                </c:pt>
                <c:pt idx="74">
                  <c:v>41364</c:v>
                </c:pt>
                <c:pt idx="75">
                  <c:v>41394</c:v>
                </c:pt>
                <c:pt idx="76">
                  <c:v>41425</c:v>
                </c:pt>
                <c:pt idx="77">
                  <c:v>41455</c:v>
                </c:pt>
                <c:pt idx="78">
                  <c:v>41486</c:v>
                </c:pt>
                <c:pt idx="79">
                  <c:v>41517</c:v>
                </c:pt>
                <c:pt idx="80">
                  <c:v>41547</c:v>
                </c:pt>
                <c:pt idx="81">
                  <c:v>41578</c:v>
                </c:pt>
                <c:pt idx="82">
                  <c:v>41608</c:v>
                </c:pt>
                <c:pt idx="83">
                  <c:v>41639</c:v>
                </c:pt>
                <c:pt idx="84">
                  <c:v>41670</c:v>
                </c:pt>
                <c:pt idx="85">
                  <c:v>41698</c:v>
                </c:pt>
                <c:pt idx="86">
                  <c:v>41729</c:v>
                </c:pt>
                <c:pt idx="87">
                  <c:v>41759</c:v>
                </c:pt>
                <c:pt idx="88">
                  <c:v>41790</c:v>
                </c:pt>
                <c:pt idx="89">
                  <c:v>41820</c:v>
                </c:pt>
                <c:pt idx="90">
                  <c:v>41851</c:v>
                </c:pt>
                <c:pt idx="91">
                  <c:v>41882</c:v>
                </c:pt>
                <c:pt idx="92">
                  <c:v>41912</c:v>
                </c:pt>
                <c:pt idx="93">
                  <c:v>41943</c:v>
                </c:pt>
                <c:pt idx="94">
                  <c:v>41973</c:v>
                </c:pt>
                <c:pt idx="95">
                  <c:v>42004</c:v>
                </c:pt>
                <c:pt idx="96">
                  <c:v>42035</c:v>
                </c:pt>
                <c:pt idx="97">
                  <c:v>42063</c:v>
                </c:pt>
                <c:pt idx="98">
                  <c:v>42094</c:v>
                </c:pt>
                <c:pt idx="99">
                  <c:v>42124</c:v>
                </c:pt>
                <c:pt idx="100">
                  <c:v>42155</c:v>
                </c:pt>
                <c:pt idx="101">
                  <c:v>42185</c:v>
                </c:pt>
                <c:pt idx="102">
                  <c:v>42216</c:v>
                </c:pt>
                <c:pt idx="103">
                  <c:v>42247</c:v>
                </c:pt>
                <c:pt idx="104">
                  <c:v>42277</c:v>
                </c:pt>
                <c:pt idx="105">
                  <c:v>42308</c:v>
                </c:pt>
                <c:pt idx="106">
                  <c:v>42338</c:v>
                </c:pt>
                <c:pt idx="107">
                  <c:v>42369</c:v>
                </c:pt>
                <c:pt idx="108">
                  <c:v>42400</c:v>
                </c:pt>
                <c:pt idx="109">
                  <c:v>42429</c:v>
                </c:pt>
                <c:pt idx="110">
                  <c:v>42460</c:v>
                </c:pt>
                <c:pt idx="111">
                  <c:v>42490</c:v>
                </c:pt>
                <c:pt idx="112">
                  <c:v>42521</c:v>
                </c:pt>
                <c:pt idx="113">
                  <c:v>42551</c:v>
                </c:pt>
                <c:pt idx="114">
                  <c:v>42582</c:v>
                </c:pt>
                <c:pt idx="115">
                  <c:v>42613</c:v>
                </c:pt>
                <c:pt idx="116">
                  <c:v>42643</c:v>
                </c:pt>
                <c:pt idx="117">
                  <c:v>42674</c:v>
                </c:pt>
                <c:pt idx="118">
                  <c:v>42704</c:v>
                </c:pt>
                <c:pt idx="119">
                  <c:v>42735</c:v>
                </c:pt>
                <c:pt idx="120">
                  <c:v>42766</c:v>
                </c:pt>
                <c:pt idx="121">
                  <c:v>42794</c:v>
                </c:pt>
                <c:pt idx="122">
                  <c:v>42825</c:v>
                </c:pt>
                <c:pt idx="123">
                  <c:v>42855</c:v>
                </c:pt>
                <c:pt idx="124">
                  <c:v>42886</c:v>
                </c:pt>
                <c:pt idx="125">
                  <c:v>42916</c:v>
                </c:pt>
                <c:pt idx="126">
                  <c:v>42947</c:v>
                </c:pt>
                <c:pt idx="127">
                  <c:v>42978</c:v>
                </c:pt>
                <c:pt idx="128">
                  <c:v>43008</c:v>
                </c:pt>
                <c:pt idx="129">
                  <c:v>43039</c:v>
                </c:pt>
                <c:pt idx="130">
                  <c:v>43069</c:v>
                </c:pt>
                <c:pt idx="131">
                  <c:v>43100</c:v>
                </c:pt>
                <c:pt idx="132">
                  <c:v>43131</c:v>
                </c:pt>
                <c:pt idx="133">
                  <c:v>43159</c:v>
                </c:pt>
                <c:pt idx="134">
                  <c:v>43190</c:v>
                </c:pt>
                <c:pt idx="135">
                  <c:v>43220</c:v>
                </c:pt>
                <c:pt idx="136">
                  <c:v>43251</c:v>
                </c:pt>
                <c:pt idx="137">
                  <c:v>43281</c:v>
                </c:pt>
                <c:pt idx="138">
                  <c:v>43312</c:v>
                </c:pt>
                <c:pt idx="139">
                  <c:v>43343</c:v>
                </c:pt>
                <c:pt idx="140">
                  <c:v>43373</c:v>
                </c:pt>
                <c:pt idx="141">
                  <c:v>43404</c:v>
                </c:pt>
                <c:pt idx="142">
                  <c:v>43434</c:v>
                </c:pt>
                <c:pt idx="143">
                  <c:v>43465</c:v>
                </c:pt>
                <c:pt idx="144">
                  <c:v>43496</c:v>
                </c:pt>
                <c:pt idx="145">
                  <c:v>43524</c:v>
                </c:pt>
                <c:pt idx="146">
                  <c:v>43555</c:v>
                </c:pt>
                <c:pt idx="147">
                  <c:v>43585</c:v>
                </c:pt>
                <c:pt idx="148">
                  <c:v>43616</c:v>
                </c:pt>
                <c:pt idx="149">
                  <c:v>43646</c:v>
                </c:pt>
                <c:pt idx="150">
                  <c:v>43677</c:v>
                </c:pt>
                <c:pt idx="151">
                  <c:v>43708</c:v>
                </c:pt>
                <c:pt idx="152">
                  <c:v>43738</c:v>
                </c:pt>
                <c:pt idx="153">
                  <c:v>43769</c:v>
                </c:pt>
                <c:pt idx="154">
                  <c:v>43799</c:v>
                </c:pt>
                <c:pt idx="155">
                  <c:v>43830</c:v>
                </c:pt>
                <c:pt idx="156">
                  <c:v>43861</c:v>
                </c:pt>
                <c:pt idx="157">
                  <c:v>43890</c:v>
                </c:pt>
                <c:pt idx="158">
                  <c:v>43921</c:v>
                </c:pt>
                <c:pt idx="159">
                  <c:v>43951</c:v>
                </c:pt>
                <c:pt idx="160">
                  <c:v>43982</c:v>
                </c:pt>
                <c:pt idx="161">
                  <c:v>44012</c:v>
                </c:pt>
                <c:pt idx="162">
                  <c:v>44043</c:v>
                </c:pt>
                <c:pt idx="163">
                  <c:v>44074</c:v>
                </c:pt>
                <c:pt idx="164">
                  <c:v>44104</c:v>
                </c:pt>
                <c:pt idx="165">
                  <c:v>44135</c:v>
                </c:pt>
                <c:pt idx="166">
                  <c:v>44165</c:v>
                </c:pt>
                <c:pt idx="167">
                  <c:v>44196</c:v>
                </c:pt>
                <c:pt idx="168">
                  <c:v>44227</c:v>
                </c:pt>
                <c:pt idx="169">
                  <c:v>44255</c:v>
                </c:pt>
                <c:pt idx="170">
                  <c:v>44286</c:v>
                </c:pt>
                <c:pt idx="171">
                  <c:v>44316</c:v>
                </c:pt>
                <c:pt idx="172">
                  <c:v>44347</c:v>
                </c:pt>
                <c:pt idx="173">
                  <c:v>44377</c:v>
                </c:pt>
                <c:pt idx="174">
                  <c:v>44408</c:v>
                </c:pt>
                <c:pt idx="175">
                  <c:v>44439</c:v>
                </c:pt>
                <c:pt idx="176">
                  <c:v>44469</c:v>
                </c:pt>
                <c:pt idx="177">
                  <c:v>44500</c:v>
                </c:pt>
                <c:pt idx="178">
                  <c:v>44530</c:v>
                </c:pt>
                <c:pt idx="179">
                  <c:v>44561</c:v>
                </c:pt>
                <c:pt idx="180">
                  <c:v>44592</c:v>
                </c:pt>
                <c:pt idx="181">
                  <c:v>44620</c:v>
                </c:pt>
                <c:pt idx="182">
                  <c:v>44651</c:v>
                </c:pt>
                <c:pt idx="183">
                  <c:v>44681</c:v>
                </c:pt>
                <c:pt idx="184">
                  <c:v>44712</c:v>
                </c:pt>
                <c:pt idx="185">
                  <c:v>44742</c:v>
                </c:pt>
                <c:pt idx="186">
                  <c:v>44773</c:v>
                </c:pt>
                <c:pt idx="187">
                  <c:v>44804</c:v>
                </c:pt>
                <c:pt idx="188">
                  <c:v>44834</c:v>
                </c:pt>
                <c:pt idx="189">
                  <c:v>44865</c:v>
                </c:pt>
                <c:pt idx="190">
                  <c:v>44895</c:v>
                </c:pt>
                <c:pt idx="191">
                  <c:v>44926</c:v>
                </c:pt>
                <c:pt idx="192">
                  <c:v>44957</c:v>
                </c:pt>
                <c:pt idx="193">
                  <c:v>44985</c:v>
                </c:pt>
                <c:pt idx="194">
                  <c:v>45016</c:v>
                </c:pt>
                <c:pt idx="195">
                  <c:v>45046</c:v>
                </c:pt>
                <c:pt idx="196">
                  <c:v>45077</c:v>
                </c:pt>
                <c:pt idx="197">
                  <c:v>45107</c:v>
                </c:pt>
                <c:pt idx="198">
                  <c:v>45138</c:v>
                </c:pt>
                <c:pt idx="199">
                  <c:v>45169</c:v>
                </c:pt>
                <c:pt idx="200">
                  <c:v>45199</c:v>
                </c:pt>
                <c:pt idx="201">
                  <c:v>45230</c:v>
                </c:pt>
                <c:pt idx="202">
                  <c:v>45260</c:v>
                </c:pt>
                <c:pt idx="203">
                  <c:v>45291</c:v>
                </c:pt>
                <c:pt idx="204">
                  <c:v>45322</c:v>
                </c:pt>
                <c:pt idx="205">
                  <c:v>45351</c:v>
                </c:pt>
                <c:pt idx="206">
                  <c:v>45382</c:v>
                </c:pt>
                <c:pt idx="207">
                  <c:v>45412</c:v>
                </c:pt>
                <c:pt idx="208">
                  <c:v>45443</c:v>
                </c:pt>
                <c:pt idx="209">
                  <c:v>45473</c:v>
                </c:pt>
                <c:pt idx="210">
                  <c:v>45504</c:v>
                </c:pt>
                <c:pt idx="211">
                  <c:v>45535</c:v>
                </c:pt>
                <c:pt idx="212">
                  <c:v>45565</c:v>
                </c:pt>
                <c:pt idx="213">
                  <c:v>45596</c:v>
                </c:pt>
                <c:pt idx="214">
                  <c:v>45626</c:v>
                </c:pt>
                <c:pt idx="215">
                  <c:v>45657</c:v>
                </c:pt>
                <c:pt idx="216">
                  <c:v>45688</c:v>
                </c:pt>
                <c:pt idx="217">
                  <c:v>45716</c:v>
                </c:pt>
                <c:pt idx="218">
                  <c:v>45747</c:v>
                </c:pt>
                <c:pt idx="219">
                  <c:v>45777</c:v>
                </c:pt>
                <c:pt idx="220">
                  <c:v>45808</c:v>
                </c:pt>
                <c:pt idx="221">
                  <c:v>45838</c:v>
                </c:pt>
                <c:pt idx="222">
                  <c:v>45869</c:v>
                </c:pt>
                <c:pt idx="223">
                  <c:v>45900</c:v>
                </c:pt>
                <c:pt idx="224">
                  <c:v>45930</c:v>
                </c:pt>
              </c:numCache>
            </c:numRef>
          </c:cat>
          <c:val>
            <c:numRef>
              <c:f>Sheet1!$B$4:$B$228</c:f>
              <c:numCache>
                <c:formatCode>#,##0.00_ </c:formatCode>
                <c:ptCount val="225"/>
                <c:pt idx="0">
                  <c:v>69.256100000000004</c:v>
                </c:pt>
                <c:pt idx="1">
                  <c:v>43.552999999999997</c:v>
                </c:pt>
                <c:pt idx="2">
                  <c:v>126.2266</c:v>
                </c:pt>
                <c:pt idx="3">
                  <c:v>238.84299999999999</c:v>
                </c:pt>
                <c:pt idx="4">
                  <c:v>278.78680000000003</c:v>
                </c:pt>
                <c:pt idx="5">
                  <c:v>180.4084</c:v>
                </c:pt>
                <c:pt idx="6">
                  <c:v>98.142799999999994</c:v>
                </c:pt>
                <c:pt idx="7">
                  <c:v>187.36930000000001</c:v>
                </c:pt>
                <c:pt idx="8">
                  <c:v>199.96029999999899</c:v>
                </c:pt>
                <c:pt idx="9">
                  <c:v>177.33359999999999</c:v>
                </c:pt>
                <c:pt idx="10">
                  <c:v>151.24209999999999</c:v>
                </c:pt>
                <c:pt idx="11">
                  <c:v>122.1221</c:v>
                </c:pt>
                <c:pt idx="12">
                  <c:v>125.0123</c:v>
                </c:pt>
                <c:pt idx="13">
                  <c:v>65.0959</c:v>
                </c:pt>
                <c:pt idx="14">
                  <c:v>93.399699999999996</c:v>
                </c:pt>
                <c:pt idx="15">
                  <c:v>77.005899999999997</c:v>
                </c:pt>
                <c:pt idx="16">
                  <c:v>52.784499999999895</c:v>
                </c:pt>
                <c:pt idx="17">
                  <c:v>49.278199999999998</c:v>
                </c:pt>
                <c:pt idx="18">
                  <c:v>47.056399999999904</c:v>
                </c:pt>
                <c:pt idx="19">
                  <c:v>35.997500000000002</c:v>
                </c:pt>
                <c:pt idx="20">
                  <c:v>43.899099999999997</c:v>
                </c:pt>
                <c:pt idx="21">
                  <c:v>35.3964</c:v>
                </c:pt>
                <c:pt idx="22">
                  <c:v>51.059599999999904</c:v>
                </c:pt>
                <c:pt idx="23">
                  <c:v>46.293100000000003</c:v>
                </c:pt>
                <c:pt idx="24">
                  <c:v>16.218</c:v>
                </c:pt>
                <c:pt idx="25">
                  <c:v>76.466899999999995</c:v>
                </c:pt>
                <c:pt idx="26">
                  <c:v>72.712900000000005</c:v>
                </c:pt>
                <c:pt idx="27">
                  <c:v>67.648499999999999</c:v>
                </c:pt>
                <c:pt idx="28">
                  <c:v>53.968899999999998</c:v>
                </c:pt>
                <c:pt idx="29">
                  <c:v>81.364000000000004</c:v>
                </c:pt>
                <c:pt idx="30">
                  <c:v>117.24679999999999</c:v>
                </c:pt>
                <c:pt idx="31">
                  <c:v>107.4178</c:v>
                </c:pt>
                <c:pt idx="32">
                  <c:v>71.1203</c:v>
                </c:pt>
                <c:pt idx="33">
                  <c:v>42.645400000000002</c:v>
                </c:pt>
                <c:pt idx="34">
                  <c:v>75.189099999999996</c:v>
                </c:pt>
                <c:pt idx="35">
                  <c:v>77.571700000000007</c:v>
                </c:pt>
                <c:pt idx="36">
                  <c:v>57.090200000000003</c:v>
                </c:pt>
                <c:pt idx="37">
                  <c:v>39.153199999999998</c:v>
                </c:pt>
                <c:pt idx="38">
                  <c:v>90.956299999999999</c:v>
                </c:pt>
                <c:pt idx="39">
                  <c:v>63.621999999999893</c:v>
                </c:pt>
                <c:pt idx="40">
                  <c:v>57.308199999999999</c:v>
                </c:pt>
                <c:pt idx="41">
                  <c:v>52.564300000000003</c:v>
                </c:pt>
                <c:pt idx="42">
                  <c:v>53.483699999999999</c:v>
                </c:pt>
                <c:pt idx="43">
                  <c:v>57.242100000000001</c:v>
                </c:pt>
                <c:pt idx="44">
                  <c:v>51.009300000000003</c:v>
                </c:pt>
                <c:pt idx="45">
                  <c:v>58.685099999999998</c:v>
                </c:pt>
                <c:pt idx="46">
                  <c:v>99.712299999999999</c:v>
                </c:pt>
                <c:pt idx="47">
                  <c:v>65.585499999999996</c:v>
                </c:pt>
                <c:pt idx="48">
                  <c:v>39.634399999999999</c:v>
                </c:pt>
                <c:pt idx="49">
                  <c:v>48.806599999999904</c:v>
                </c:pt>
                <c:pt idx="50">
                  <c:v>93.373500000000007</c:v>
                </c:pt>
                <c:pt idx="51">
                  <c:v>47.560699999999898</c:v>
                </c:pt>
                <c:pt idx="52">
                  <c:v>43.615600000000001</c:v>
                </c:pt>
                <c:pt idx="53">
                  <c:v>48.246600000000001</c:v>
                </c:pt>
                <c:pt idx="54">
                  <c:v>40.3339</c:v>
                </c:pt>
                <c:pt idx="55">
                  <c:v>46.826099999999997</c:v>
                </c:pt>
                <c:pt idx="56">
                  <c:v>40.309699999999999</c:v>
                </c:pt>
                <c:pt idx="57">
                  <c:v>26.592400000000001</c:v>
                </c:pt>
                <c:pt idx="58">
                  <c:v>38.463900000000002</c:v>
                </c:pt>
                <c:pt idx="59">
                  <c:v>35.647199999999998</c:v>
                </c:pt>
                <c:pt idx="60">
                  <c:v>16.0365</c:v>
                </c:pt>
                <c:pt idx="61">
                  <c:v>42.354300000000002</c:v>
                </c:pt>
                <c:pt idx="62">
                  <c:v>51.951699999999903</c:v>
                </c:pt>
                <c:pt idx="63">
                  <c:v>16.653199999999998</c:v>
                </c:pt>
                <c:pt idx="64">
                  <c:v>22.280200000000001</c:v>
                </c:pt>
                <c:pt idx="65">
                  <c:v>25.084199999999999</c:v>
                </c:pt>
                <c:pt idx="66">
                  <c:v>18.667300000000001</c:v>
                </c:pt>
                <c:pt idx="67">
                  <c:v>21.191799999999901</c:v>
                </c:pt>
                <c:pt idx="68">
                  <c:v>21.421299999999903</c:v>
                </c:pt>
                <c:pt idx="69">
                  <c:v>14.266299999999999</c:v>
                </c:pt>
                <c:pt idx="70">
                  <c:v>18.509799999999998</c:v>
                </c:pt>
                <c:pt idx="71">
                  <c:v>22.2913</c:v>
                </c:pt>
                <c:pt idx="72">
                  <c:v>23.9145</c:v>
                </c:pt>
                <c:pt idx="73">
                  <c:v>19.906399999999902</c:v>
                </c:pt>
                <c:pt idx="74">
                  <c:v>39.279499999999999</c:v>
                </c:pt>
                <c:pt idx="75">
                  <c:v>15.369</c:v>
                </c:pt>
                <c:pt idx="76">
                  <c:v>21.8338</c:v>
                </c:pt>
                <c:pt idx="77">
                  <c:v>19.011600000000001</c:v>
                </c:pt>
                <c:pt idx="78">
                  <c:v>18.634</c:v>
                </c:pt>
                <c:pt idx="79">
                  <c:v>17.865200000000002</c:v>
                </c:pt>
                <c:pt idx="80">
                  <c:v>20.0672</c:v>
                </c:pt>
                <c:pt idx="81">
                  <c:v>18.6358</c:v>
                </c:pt>
                <c:pt idx="82">
                  <c:v>21.352499999999999</c:v>
                </c:pt>
                <c:pt idx="83">
                  <c:v>20.2531</c:v>
                </c:pt>
                <c:pt idx="84">
                  <c:v>17.035299999999999</c:v>
                </c:pt>
                <c:pt idx="85">
                  <c:v>26.085699999999999</c:v>
                </c:pt>
                <c:pt idx="86">
                  <c:v>33.829300000000003</c:v>
                </c:pt>
                <c:pt idx="87">
                  <c:v>16.935400000000001</c:v>
                </c:pt>
                <c:pt idx="88">
                  <c:v>14.6168</c:v>
                </c:pt>
                <c:pt idx="89">
                  <c:v>22.559699999999999</c:v>
                </c:pt>
                <c:pt idx="90">
                  <c:v>26.4909</c:v>
                </c:pt>
                <c:pt idx="91">
                  <c:v>32.228299999999997</c:v>
                </c:pt>
                <c:pt idx="92">
                  <c:v>43.955699999999901</c:v>
                </c:pt>
                <c:pt idx="93">
                  <c:v>41.730600000000003</c:v>
                </c:pt>
                <c:pt idx="94">
                  <c:v>55.816199999999895</c:v>
                </c:pt>
                <c:pt idx="95">
                  <c:v>151.7603</c:v>
                </c:pt>
                <c:pt idx="96">
                  <c:v>100.3655</c:v>
                </c:pt>
                <c:pt idx="97">
                  <c:v>56.620600000000003</c:v>
                </c:pt>
                <c:pt idx="98">
                  <c:v>246.13829999999999</c:v>
                </c:pt>
                <c:pt idx="99">
                  <c:v>719.86210000000005</c:v>
                </c:pt>
                <c:pt idx="100">
                  <c:v>673.80510000000004</c:v>
                </c:pt>
                <c:pt idx="101">
                  <c:v>711.80589999999995</c:v>
                </c:pt>
                <c:pt idx="102">
                  <c:v>327.11</c:v>
                </c:pt>
                <c:pt idx="103">
                  <c:v>227.03</c:v>
                </c:pt>
                <c:pt idx="104">
                  <c:v>188.17</c:v>
                </c:pt>
                <c:pt idx="105">
                  <c:v>190.70999999999898</c:v>
                </c:pt>
                <c:pt idx="106">
                  <c:v>273.27</c:v>
                </c:pt>
                <c:pt idx="107">
                  <c:v>290.7</c:v>
                </c:pt>
                <c:pt idx="108">
                  <c:v>232.02</c:v>
                </c:pt>
                <c:pt idx="109">
                  <c:v>198.96</c:v>
                </c:pt>
                <c:pt idx="110">
                  <c:v>412.17</c:v>
                </c:pt>
                <c:pt idx="111">
                  <c:v>258.92</c:v>
                </c:pt>
                <c:pt idx="112">
                  <c:v>249.06</c:v>
                </c:pt>
                <c:pt idx="113">
                  <c:v>264.57</c:v>
                </c:pt>
                <c:pt idx="114">
                  <c:v>236.93</c:v>
                </c:pt>
                <c:pt idx="115">
                  <c:v>362.47</c:v>
                </c:pt>
                <c:pt idx="116">
                  <c:v>314.45999999999998</c:v>
                </c:pt>
                <c:pt idx="117">
                  <c:v>207.49</c:v>
                </c:pt>
                <c:pt idx="118">
                  <c:v>281.85000000000002</c:v>
                </c:pt>
                <c:pt idx="119">
                  <c:v>223.11</c:v>
                </c:pt>
                <c:pt idx="120">
                  <c:v>155.189999999999</c:v>
                </c:pt>
                <c:pt idx="121">
                  <c:v>243.08</c:v>
                </c:pt>
                <c:pt idx="122">
                  <c:v>372.5</c:v>
                </c:pt>
                <c:pt idx="123">
                  <c:v>198.32</c:v>
                </c:pt>
                <c:pt idx="124">
                  <c:v>193.83</c:v>
                </c:pt>
                <c:pt idx="125">
                  <c:v>211.65</c:v>
                </c:pt>
                <c:pt idx="126">
                  <c:v>183.99999999999901</c:v>
                </c:pt>
                <c:pt idx="127">
                  <c:v>229.23</c:v>
                </c:pt>
                <c:pt idx="128">
                  <c:v>209.32</c:v>
                </c:pt>
                <c:pt idx="129">
                  <c:v>153.46</c:v>
                </c:pt>
                <c:pt idx="130">
                  <c:v>199.039999999999</c:v>
                </c:pt>
                <c:pt idx="131">
                  <c:v>154.68</c:v>
                </c:pt>
                <c:pt idx="132">
                  <c:v>202.06</c:v>
                </c:pt>
                <c:pt idx="133">
                  <c:v>117.59</c:v>
                </c:pt>
                <c:pt idx="134">
                  <c:v>248.97</c:v>
                </c:pt>
                <c:pt idx="135">
                  <c:v>148.68</c:v>
                </c:pt>
                <c:pt idx="136">
                  <c:v>172.15</c:v>
                </c:pt>
                <c:pt idx="137">
                  <c:v>160.58000000000001</c:v>
                </c:pt>
                <c:pt idx="138">
                  <c:v>165.58</c:v>
                </c:pt>
                <c:pt idx="139">
                  <c:v>160.13999999999999</c:v>
                </c:pt>
                <c:pt idx="140">
                  <c:v>137.61000000000001</c:v>
                </c:pt>
                <c:pt idx="141">
                  <c:v>136.72</c:v>
                </c:pt>
                <c:pt idx="142">
                  <c:v>163.64999999999901</c:v>
                </c:pt>
                <c:pt idx="143">
                  <c:v>133.54</c:v>
                </c:pt>
                <c:pt idx="144">
                  <c:v>164.04</c:v>
                </c:pt>
                <c:pt idx="145">
                  <c:v>164.94999999999899</c:v>
                </c:pt>
                <c:pt idx="146">
                  <c:v>337.96</c:v>
                </c:pt>
                <c:pt idx="147">
                  <c:v>246.08</c:v>
                </c:pt>
                <c:pt idx="148">
                  <c:v>180.59</c:v>
                </c:pt>
                <c:pt idx="149">
                  <c:v>165.36</c:v>
                </c:pt>
                <c:pt idx="150">
                  <c:v>168.27</c:v>
                </c:pt>
                <c:pt idx="151">
                  <c:v>153.27000000000001</c:v>
                </c:pt>
                <c:pt idx="152">
                  <c:v>153.68</c:v>
                </c:pt>
                <c:pt idx="153">
                  <c:v>124.86</c:v>
                </c:pt>
                <c:pt idx="154">
                  <c:v>138.78829999999999</c:v>
                </c:pt>
                <c:pt idx="155">
                  <c:v>154.11500000000001</c:v>
                </c:pt>
                <c:pt idx="156">
                  <c:v>149.06</c:v>
                </c:pt>
                <c:pt idx="157">
                  <c:v>167.14</c:v>
                </c:pt>
                <c:pt idx="158">
                  <c:v>324.409999999999</c:v>
                </c:pt>
                <c:pt idx="159">
                  <c:v>261.83</c:v>
                </c:pt>
                <c:pt idx="160">
                  <c:v>193.35</c:v>
                </c:pt>
                <c:pt idx="161">
                  <c:v>252.99</c:v>
                </c:pt>
                <c:pt idx="162">
                  <c:v>404.6</c:v>
                </c:pt>
                <c:pt idx="163">
                  <c:v>294.83999999999997</c:v>
                </c:pt>
                <c:pt idx="164">
                  <c:v>252.34</c:v>
                </c:pt>
                <c:pt idx="165">
                  <c:v>181.509999999999</c:v>
                </c:pt>
                <c:pt idx="166">
                  <c:v>255.15</c:v>
                </c:pt>
                <c:pt idx="167">
                  <c:v>269.86</c:v>
                </c:pt>
                <c:pt idx="168">
                  <c:v>360.8</c:v>
                </c:pt>
                <c:pt idx="169">
                  <c:v>271.89</c:v>
                </c:pt>
                <c:pt idx="170">
                  <c:v>411.16</c:v>
                </c:pt>
                <c:pt idx="171">
                  <c:v>277.33999999999997</c:v>
                </c:pt>
                <c:pt idx="172">
                  <c:v>236.88</c:v>
                </c:pt>
                <c:pt idx="173">
                  <c:v>268.67</c:v>
                </c:pt>
                <c:pt idx="174">
                  <c:v>273.18</c:v>
                </c:pt>
                <c:pt idx="175">
                  <c:v>319.14999999999998</c:v>
                </c:pt>
                <c:pt idx="176">
                  <c:v>275.61</c:v>
                </c:pt>
                <c:pt idx="177">
                  <c:v>167.63</c:v>
                </c:pt>
                <c:pt idx="178">
                  <c:v>232.97</c:v>
                </c:pt>
                <c:pt idx="179">
                  <c:v>241.73</c:v>
                </c:pt>
                <c:pt idx="180">
                  <c:v>234.42</c:v>
                </c:pt>
                <c:pt idx="181">
                  <c:v>242.87</c:v>
                </c:pt>
                <c:pt idx="182">
                  <c:v>396.46</c:v>
                </c:pt>
                <c:pt idx="183">
                  <c:v>214.77</c:v>
                </c:pt>
                <c:pt idx="184">
                  <c:v>210</c:v>
                </c:pt>
                <c:pt idx="185">
                  <c:v>235.24</c:v>
                </c:pt>
                <c:pt idx="186">
                  <c:v>196.75</c:v>
                </c:pt>
                <c:pt idx="187">
                  <c:v>214.1</c:v>
                </c:pt>
                <c:pt idx="188">
                  <c:v>180.54</c:v>
                </c:pt>
                <c:pt idx="189">
                  <c:v>143.38999999999999</c:v>
                </c:pt>
                <c:pt idx="190">
                  <c:v>177.33</c:v>
                </c:pt>
                <c:pt idx="191">
                  <c:v>133.16999999999999</c:v>
                </c:pt>
                <c:pt idx="192">
                  <c:v>152.88</c:v>
                </c:pt>
                <c:pt idx="193">
                  <c:v>295.05</c:v>
                </c:pt>
                <c:pt idx="194">
                  <c:v>333.35</c:v>
                </c:pt>
                <c:pt idx="195">
                  <c:v>180.95</c:v>
                </c:pt>
                <c:pt idx="196">
                  <c:v>171.84</c:v>
                </c:pt>
                <c:pt idx="197">
                  <c:v>174.75</c:v>
                </c:pt>
                <c:pt idx="198">
                  <c:v>162.12</c:v>
                </c:pt>
                <c:pt idx="199">
                  <c:v>174.29</c:v>
                </c:pt>
                <c:pt idx="200">
                  <c:v>133.84</c:v>
                </c:pt>
                <c:pt idx="201">
                  <c:v>117.33</c:v>
                </c:pt>
                <c:pt idx="202">
                  <c:v>134.05000000000001</c:v>
                </c:pt>
                <c:pt idx="203">
                  <c:v>113.9</c:v>
                </c:pt>
                <c:pt idx="204">
                  <c:v>195.64</c:v>
                </c:pt>
                <c:pt idx="205">
                  <c:v>129.66</c:v>
                </c:pt>
                <c:pt idx="206">
                  <c:v>241.79</c:v>
                </c:pt>
                <c:pt idx="207">
                  <c:v>147.35</c:v>
                </c:pt>
                <c:pt idx="208">
                  <c:v>126.62</c:v>
                </c:pt>
                <c:pt idx="209">
                  <c:v>107.6</c:v>
                </c:pt>
                <c:pt idx="210">
                  <c:v>115.14</c:v>
                </c:pt>
                <c:pt idx="211">
                  <c:v>99.93</c:v>
                </c:pt>
                <c:pt idx="212">
                  <c:v>182.74</c:v>
                </c:pt>
                <c:pt idx="213">
                  <c:v>684.68</c:v>
                </c:pt>
                <c:pt idx="214">
                  <c:v>269.83999999999997</c:v>
                </c:pt>
                <c:pt idx="215">
                  <c:v>198.91</c:v>
                </c:pt>
                <c:pt idx="216">
                  <c:v>156.99999999999901</c:v>
                </c:pt>
                <c:pt idx="217">
                  <c:v>283.58999999999997</c:v>
                </c:pt>
                <c:pt idx="218">
                  <c:v>306.55</c:v>
                </c:pt>
                <c:pt idx="219">
                  <c:v>192.44</c:v>
                </c:pt>
                <c:pt idx="220">
                  <c:v>155.56</c:v>
                </c:pt>
                <c:pt idx="221">
                  <c:v>164.64</c:v>
                </c:pt>
                <c:pt idx="222">
                  <c:v>196.36</c:v>
                </c:pt>
                <c:pt idx="223">
                  <c:v>265.02999999999997</c:v>
                </c:pt>
                <c:pt idx="224">
                  <c:v>293.72000000000003</c:v>
                </c:pt>
              </c:numCache>
            </c:numRef>
          </c:val>
          <c:extLst>
            <c:ext xmlns:c16="http://schemas.microsoft.com/office/drawing/2014/chart" uri="{C3380CC4-5D6E-409C-BE32-E72D297353CC}">
              <c16:uniqueId val="{00000003-E043-4060-9844-6772F76A5DF8}"/>
            </c:ext>
          </c:extLst>
        </c:ser>
        <c:dLbls>
          <c:showLegendKey val="0"/>
          <c:showVal val="0"/>
          <c:showCatName val="0"/>
          <c:showSerName val="0"/>
          <c:showPercent val="0"/>
          <c:showBubbleSize val="0"/>
        </c:dLbls>
        <c:gapWidth val="0"/>
        <c:axId val="749008592"/>
        <c:axId val="396012528"/>
      </c:barChart>
      <c:catAx>
        <c:axId val="749008592"/>
        <c:scaling>
          <c:orientation val="minMax"/>
        </c:scaling>
        <c:delete val="0"/>
        <c:axPos val="b"/>
        <c:numFmt formatCode="yyyy" sourceLinked="0"/>
        <c:majorTickMark val="out"/>
        <c:minorTickMark val="none"/>
        <c:tickLblPos val="low"/>
        <c:spPr>
          <a:noFill/>
          <a:ln w="3175" cap="flat" cmpd="sng" algn="ctr">
            <a:solidFill>
              <a:srgbClr val="000000"/>
            </a:solidFill>
            <a:prstDash val="solid"/>
            <a:round/>
          </a:ln>
          <a:effectLst/>
        </c:spPr>
        <c:txPr>
          <a:bodyPr rot="-60000000" spcFirstLastPara="1" vertOverflow="ellipsis" vert="horz" wrap="square" anchor="ctr" anchorCtr="1"/>
          <a:lstStyle/>
          <a:p>
            <a:pPr>
              <a:defRPr lang="en-US" altLang="zh-CN" sz="1200" b="0" i="0" u="none" strike="noStrike" kern="1200" spc="0" baseline="0">
                <a:solidFill>
                  <a:prstClr val="black"/>
                </a:solidFill>
                <a:latin typeface="Lato" panose="020F0502020204030203" pitchFamily="34" charset="0"/>
                <a:ea typeface="黑体" panose="02010609060101010101" pitchFamily="49" charset="-122"/>
                <a:cs typeface="+mn-cs"/>
              </a:defRPr>
            </a:pPr>
            <a:endParaRPr lang="en-US"/>
          </a:p>
        </c:txPr>
        <c:crossAx val="396012528"/>
        <c:crosses val="autoZero"/>
        <c:auto val="0"/>
        <c:lblAlgn val="ctr"/>
        <c:lblOffset val="100"/>
        <c:tickMarkSkip val="20"/>
        <c:noMultiLvlLbl val="0"/>
      </c:catAx>
      <c:valAx>
        <c:axId val="396012528"/>
        <c:scaling>
          <c:orientation val="minMax"/>
        </c:scaling>
        <c:delete val="0"/>
        <c:axPos val="l"/>
        <c:numFmt formatCode="0_ " sourceLinked="0"/>
        <c:majorTickMark val="out"/>
        <c:minorTickMark val="none"/>
        <c:tickLblPos val="nextTo"/>
        <c:spPr>
          <a:noFill/>
          <a:ln w="3175">
            <a:solidFill>
              <a:srgbClr val="000000"/>
            </a:solidFill>
            <a:prstDash val="solid"/>
          </a:ln>
          <a:effectLst/>
        </c:spPr>
        <c:txPr>
          <a:bodyPr rot="-60000000" spcFirstLastPara="1" vertOverflow="ellipsis" vert="horz" wrap="square" anchor="ctr" anchorCtr="1"/>
          <a:lstStyle/>
          <a:p>
            <a:pPr>
              <a:defRPr lang="en-US" altLang="zh-CN" sz="1200" b="0" i="0" u="none" strike="noStrike" kern="1200" spc="0" baseline="0">
                <a:solidFill>
                  <a:prstClr val="black"/>
                </a:solidFill>
                <a:latin typeface="Lato" panose="020F0502020204030203" pitchFamily="34" charset="0"/>
                <a:ea typeface="黑体" panose="02010609060101010101" pitchFamily="49" charset="-122"/>
                <a:cs typeface="+mn-cs"/>
              </a:defRPr>
            </a:pPr>
            <a:endParaRPr lang="en-US"/>
          </a:p>
        </c:txPr>
        <c:crossAx val="749008592"/>
        <c:crosses val="autoZero"/>
        <c:crossBetween val="between"/>
      </c:valAx>
      <c:spPr>
        <a:noFill/>
        <a:ln>
          <a:noFill/>
        </a:ln>
        <a:effectLst/>
      </c:spPr>
    </c:plotArea>
    <c:plotVisOnly val="1"/>
    <c:dispBlanksAs val="zero"/>
    <c:showDLblsOverMax val="0"/>
  </c:chart>
  <c:spPr>
    <a:solidFill>
      <a:schemeClr val="bg1"/>
    </a:solidFill>
    <a:ln w="25400" cap="flat" cmpd="sng" algn="ctr">
      <a:noFill/>
      <a:round/>
    </a:ln>
    <a:effectLst/>
  </c:spPr>
  <c:txPr>
    <a:bodyPr/>
    <a:lstStyle/>
    <a:p>
      <a:pPr algn="ctr">
        <a:defRPr lang="en-US" altLang="zh-CN" sz="1200" b="0" i="0" u="none" strike="noStrike" kern="1200" spc="0" baseline="0">
          <a:solidFill>
            <a:prstClr val="black"/>
          </a:solidFill>
          <a:latin typeface="Lato" panose="020F0502020204030203" pitchFamily="34" charset="0"/>
          <a:ea typeface="黑体" panose="02010609060101010101" pitchFamily="49" charset="-122"/>
          <a:cs typeface="+mn-cs"/>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320" b="0" i="0" u="none" strike="noStrike" kern="1200" spc="0" baseline="0">
                <a:solidFill>
                  <a:sysClr val="windowText" lastClr="000000"/>
                </a:solidFill>
                <a:latin typeface="Lato" panose="020F0502020204030203" pitchFamily="34" charset="0"/>
                <a:ea typeface="黑体" panose="02010609060101010101" pitchFamily="49" charset="-122"/>
                <a:cs typeface="Arial" panose="020B0604020202020204" pitchFamily="34" charset="0"/>
              </a:defRPr>
            </a:pPr>
            <a:r>
              <a:rPr lang="en-US"/>
              <a:t>A</a:t>
            </a:r>
            <a:r>
              <a:rPr lang="zh-CN"/>
              <a:t>股制造业市值前</a:t>
            </a:r>
            <a:r>
              <a:rPr lang="en-US"/>
              <a:t>30</a:t>
            </a:r>
            <a:r>
              <a:rPr lang="zh-CN"/>
              <a:t>大公司境外业务收入占比</a:t>
            </a:r>
          </a:p>
        </c:rich>
      </c:tx>
      <c:layout>
        <c:manualLayout>
          <c:xMode val="edge"/>
          <c:yMode val="edge"/>
          <c:x val="0.3423165451134777"/>
          <c:y val="6.53886858522113E-3"/>
        </c:manualLayout>
      </c:layout>
      <c:overlay val="0"/>
      <c:spPr>
        <a:noFill/>
        <a:ln>
          <a:noFill/>
        </a:ln>
        <a:effectLst/>
      </c:spPr>
      <c:txPr>
        <a:bodyPr rot="0" spcFirstLastPara="1" vertOverflow="ellipsis" vert="horz" wrap="square" anchor="ctr" anchorCtr="1"/>
        <a:lstStyle/>
        <a:p>
          <a:pPr>
            <a:defRPr sz="1320" b="0" i="0" u="none" strike="noStrike" kern="1200" spc="0" baseline="0">
              <a:solidFill>
                <a:sysClr val="windowText" lastClr="000000"/>
              </a:solidFill>
              <a:latin typeface="Lato" panose="020F0502020204030203" pitchFamily="34" charset="0"/>
              <a:ea typeface="黑体" panose="02010609060101010101" pitchFamily="49" charset="-122"/>
              <a:cs typeface="Arial" panose="020B0604020202020204" pitchFamily="34" charset="0"/>
            </a:defRPr>
          </a:pPr>
          <a:endParaRPr lang="en-US"/>
        </a:p>
      </c:txPr>
    </c:title>
    <c:autoTitleDeleted val="0"/>
    <c:plotArea>
      <c:layout/>
      <c:barChart>
        <c:barDir val="col"/>
        <c:grouping val="stacked"/>
        <c:varyColors val="0"/>
        <c:ser>
          <c:idx val="0"/>
          <c:order val="0"/>
          <c:tx>
            <c:strRef>
              <c:f>fig!$A$9</c:f>
              <c:strCache>
                <c:ptCount val="1"/>
                <c:pt idx="0">
                  <c:v>境外营收（亿元）</c:v>
                </c:pt>
              </c:strCache>
            </c:strRef>
          </c:tx>
          <c:spPr>
            <a:solidFill>
              <a:srgbClr val="000066"/>
            </a:solidFill>
            <a:ln>
              <a:noFill/>
            </a:ln>
            <a:effectLst/>
            <a:extLst>
              <a:ext uri="{91240B29-F687-4F45-9708-019B960494DF}">
                <a14:hiddenLine xmlns:a14="http://schemas.microsoft.com/office/drawing/2010/main">
                  <a:noFill/>
                </a14:hiddenLine>
              </a:ext>
            </a:extLst>
          </c:spPr>
          <c:invertIfNegative val="0"/>
          <c:cat>
            <c:strRef>
              <c:f>fig!$B$8:$F$8</c:f>
              <c:strCache>
                <c:ptCount val="5"/>
                <c:pt idx="0">
                  <c:v>2005</c:v>
                </c:pt>
                <c:pt idx="1">
                  <c:v>2010</c:v>
                </c:pt>
                <c:pt idx="2">
                  <c:v>2015</c:v>
                </c:pt>
                <c:pt idx="3">
                  <c:v>2020</c:v>
                </c:pt>
                <c:pt idx="4">
                  <c:v>2025H1</c:v>
                </c:pt>
              </c:strCache>
            </c:strRef>
          </c:cat>
          <c:val>
            <c:numRef>
              <c:f>fig!$B$9:$F$9</c:f>
              <c:numCache>
                <c:formatCode>0</c:formatCode>
                <c:ptCount val="5"/>
                <c:pt idx="0">
                  <c:v>164.49833625540001</c:v>
                </c:pt>
                <c:pt idx="1">
                  <c:v>834.89944988360014</c:v>
                </c:pt>
                <c:pt idx="2">
                  <c:v>2290.3080154371</c:v>
                </c:pt>
                <c:pt idx="3">
                  <c:v>7149.3058357992986</c:v>
                </c:pt>
                <c:pt idx="4">
                  <c:v>16052.742424560996</c:v>
                </c:pt>
              </c:numCache>
            </c:numRef>
          </c:val>
          <c:extLst>
            <c:ext xmlns:c16="http://schemas.microsoft.com/office/drawing/2014/chart" uri="{C3380CC4-5D6E-409C-BE32-E72D297353CC}">
              <c16:uniqueId val="{00000000-9C55-43B2-9237-0D7ACB15D789}"/>
            </c:ext>
          </c:extLst>
        </c:ser>
        <c:ser>
          <c:idx val="1"/>
          <c:order val="1"/>
          <c:tx>
            <c:strRef>
              <c:f>fig!$A$10</c:f>
              <c:strCache>
                <c:ptCount val="1"/>
                <c:pt idx="0">
                  <c:v>境内营收（亿元）</c:v>
                </c:pt>
              </c:strCache>
            </c:strRef>
          </c:tx>
          <c:spPr>
            <a:solidFill>
              <a:srgbClr val="356BAC"/>
            </a:solidFill>
            <a:ln>
              <a:noFill/>
            </a:ln>
            <a:effectLst/>
            <a:extLst>
              <a:ext uri="{91240B29-F687-4F45-9708-019B960494DF}">
                <a14:hiddenLine xmlns:a14="http://schemas.microsoft.com/office/drawing/2010/main">
                  <a:noFill/>
                </a14:hiddenLine>
              </a:ext>
            </a:extLst>
          </c:spPr>
          <c:invertIfNegative val="0"/>
          <c:cat>
            <c:strRef>
              <c:f>fig!$B$8:$F$8</c:f>
              <c:strCache>
                <c:ptCount val="5"/>
                <c:pt idx="0">
                  <c:v>2005</c:v>
                </c:pt>
                <c:pt idx="1">
                  <c:v>2010</c:v>
                </c:pt>
                <c:pt idx="2">
                  <c:v>2015</c:v>
                </c:pt>
                <c:pt idx="3">
                  <c:v>2020</c:v>
                </c:pt>
                <c:pt idx="4">
                  <c:v>2025H1</c:v>
                </c:pt>
              </c:strCache>
            </c:strRef>
          </c:cat>
          <c:val>
            <c:numRef>
              <c:f>fig!$B$10:$F$10</c:f>
              <c:numCache>
                <c:formatCode>0</c:formatCode>
                <c:ptCount val="5"/>
                <c:pt idx="0">
                  <c:v>2344.5839998842002</c:v>
                </c:pt>
                <c:pt idx="1">
                  <c:v>11286.148906042303</c:v>
                </c:pt>
                <c:pt idx="2">
                  <c:v>20357.504130130197</c:v>
                </c:pt>
                <c:pt idx="3">
                  <c:v>24205.586778454104</c:v>
                </c:pt>
                <c:pt idx="4">
                  <c:v>19477.507169092809</c:v>
                </c:pt>
              </c:numCache>
            </c:numRef>
          </c:val>
          <c:extLst>
            <c:ext xmlns:c16="http://schemas.microsoft.com/office/drawing/2014/chart" uri="{C3380CC4-5D6E-409C-BE32-E72D297353CC}">
              <c16:uniqueId val="{00000001-9C55-43B2-9237-0D7ACB15D789}"/>
            </c:ext>
          </c:extLst>
        </c:ser>
        <c:dLbls>
          <c:showLegendKey val="0"/>
          <c:showVal val="0"/>
          <c:showCatName val="0"/>
          <c:showSerName val="0"/>
          <c:showPercent val="0"/>
          <c:showBubbleSize val="0"/>
        </c:dLbls>
        <c:gapWidth val="100"/>
        <c:overlap val="100"/>
        <c:axId val="1390639263"/>
        <c:axId val="1390634943"/>
      </c:barChart>
      <c:lineChart>
        <c:grouping val="standard"/>
        <c:varyColors val="0"/>
        <c:ser>
          <c:idx val="2"/>
          <c:order val="2"/>
          <c:tx>
            <c:strRef>
              <c:f>fig!$A$11</c:f>
              <c:strCache>
                <c:ptCount val="1"/>
                <c:pt idx="0">
                  <c:v>境外营收占比（右）</c:v>
                </c:pt>
              </c:strCache>
            </c:strRef>
          </c:tx>
          <c:spPr>
            <a:ln w="19050" cap="rnd" cmpd="sng" algn="ctr">
              <a:solidFill>
                <a:srgbClr val="01A5D1"/>
              </a:solidFill>
              <a:prstDash val="solid"/>
              <a:round/>
              <a:headEnd type="none" w="med" len="med"/>
              <a:tailEnd type="none" w="med" len="med"/>
            </a:ln>
            <a:effectLst/>
          </c:spPr>
          <c:marker>
            <c:symbol val="diamond"/>
            <c:size val="5"/>
            <c:spPr>
              <a:solidFill>
                <a:srgbClr val="FFC000"/>
              </a:solidFill>
              <a:ln w="19050" cap="rnd" cmpd="sng" algn="ctr">
                <a:solidFill>
                  <a:srgbClr val="01A5D1"/>
                </a:solidFill>
                <a:prstDash val="solid"/>
                <a:round/>
                <a:headEnd type="none" w="med" len="med"/>
                <a:tailEnd type="none" w="med" len="med"/>
              </a:ln>
              <a:effectLst/>
            </c:spPr>
          </c:marker>
          <c:dLbls>
            <c:dLbl>
              <c:idx val="0"/>
              <c:layout>
                <c:manualLayout>
                  <c:x val="-3.7322633744855969E-2"/>
                  <c:y val="-6.797373737373749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C55-43B2-9237-0D7ACB15D789}"/>
                </c:ext>
              </c:extLst>
            </c:dLbl>
            <c:dLbl>
              <c:idx val="1"/>
              <c:layout>
                <c:manualLayout>
                  <c:x val="-3.6577983539094652E-2"/>
                  <c:y val="-6.0886363636363634E-2"/>
                </c:manualLayout>
              </c:layout>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Lato" panose="020F0502020204030203" pitchFamily="34" charset="0"/>
                      <a:ea typeface="黑体" panose="02010609060101010101" pitchFamily="49" charset="-122"/>
                      <a:cs typeface="Arial" panose="020B0604020202020204" pitchFamily="34" charset="0"/>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C55-43B2-9237-0D7ACB15D789}"/>
                </c:ext>
              </c:extLst>
            </c:dLbl>
            <c:dLbl>
              <c:idx val="2"/>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Lato" panose="020F0502020204030203" pitchFamily="34" charset="0"/>
                      <a:ea typeface="黑体" panose="02010609060101010101" pitchFamily="49" charset="-122"/>
                      <a:cs typeface="Arial" panose="020B0604020202020204" pitchFamily="34" charset="0"/>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4-9C55-43B2-9237-0D7ACB15D789}"/>
                </c:ext>
              </c:extLst>
            </c:dLbl>
            <c:dLbl>
              <c:idx val="3"/>
              <c:spPr>
                <a:noFill/>
                <a:ln>
                  <a:noFill/>
                </a:ln>
                <a:effectLst/>
              </c:spPr>
              <c:txPr>
                <a:bodyPr rot="0" spcFirstLastPara="1" vertOverflow="ellipsis" vert="horz" wrap="square" anchor="ctr" anchorCtr="1"/>
                <a:lstStyle/>
                <a:p>
                  <a:pPr>
                    <a:defRPr sz="1100" b="0" i="0" u="none" strike="noStrike" kern="1200" baseline="0">
                      <a:solidFill>
                        <a:schemeClr val="bg1"/>
                      </a:solidFill>
                      <a:latin typeface="Lato" panose="020F0502020204030203" pitchFamily="34" charset="0"/>
                      <a:ea typeface="黑体" panose="02010609060101010101" pitchFamily="49" charset="-122"/>
                      <a:cs typeface="Arial" panose="020B0604020202020204" pitchFamily="34" charset="0"/>
                    </a:defRPr>
                  </a:pPr>
                  <a:endParaRPr lang="en-US"/>
                </a:p>
              </c:txPr>
              <c:dLblPos val="t"/>
              <c:showLegendKey val="0"/>
              <c:showVal val="1"/>
              <c:showCatName val="0"/>
              <c:showSerName val="0"/>
              <c:showPercent val="0"/>
              <c:showBubbleSize val="0"/>
              <c:extLst>
                <c:ext xmlns:c16="http://schemas.microsoft.com/office/drawing/2014/chart" uri="{C3380CC4-5D6E-409C-BE32-E72D297353CC}">
                  <c16:uniqueId val="{00000005-9C55-43B2-9237-0D7ACB15D789}"/>
                </c:ext>
              </c:extLst>
            </c:dLbl>
            <c:spPr>
              <a:noFill/>
              <a:ln>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Lato" panose="020F0502020204030203" pitchFamily="34" charset="0"/>
                    <a:ea typeface="黑体" panose="02010609060101010101" pitchFamily="49" charset="-122"/>
                    <a:cs typeface="Arial" panose="020B0604020202020204" pitchFamily="34" charset="0"/>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fig!$B$8:$F$8</c:f>
              <c:strCache>
                <c:ptCount val="5"/>
                <c:pt idx="0">
                  <c:v>2005</c:v>
                </c:pt>
                <c:pt idx="1">
                  <c:v>2010</c:v>
                </c:pt>
                <c:pt idx="2">
                  <c:v>2015</c:v>
                </c:pt>
                <c:pt idx="3">
                  <c:v>2020</c:v>
                </c:pt>
                <c:pt idx="4">
                  <c:v>2025H1</c:v>
                </c:pt>
              </c:strCache>
            </c:strRef>
          </c:cat>
          <c:val>
            <c:numRef>
              <c:f>fig!$B$11:$F$11</c:f>
              <c:numCache>
                <c:formatCode>0%</c:formatCode>
                <c:ptCount val="5"/>
                <c:pt idx="0">
                  <c:v>6.556115512274989E-2</c:v>
                </c:pt>
                <c:pt idx="1">
                  <c:v>6.8880135229839518E-2</c:v>
                </c:pt>
                <c:pt idx="2">
                  <c:v>0.10112711994943699</c:v>
                </c:pt>
                <c:pt idx="3">
                  <c:v>0.22801244844797666</c:v>
                </c:pt>
                <c:pt idx="4">
                  <c:v>0.45180494390414411</c:v>
                </c:pt>
              </c:numCache>
            </c:numRef>
          </c:val>
          <c:smooth val="0"/>
          <c:extLst>
            <c:ext xmlns:c16="http://schemas.microsoft.com/office/drawing/2014/chart" uri="{C3380CC4-5D6E-409C-BE32-E72D297353CC}">
              <c16:uniqueId val="{00000006-9C55-43B2-9237-0D7ACB15D789}"/>
            </c:ext>
          </c:extLst>
        </c:ser>
        <c:dLbls>
          <c:showLegendKey val="0"/>
          <c:showVal val="0"/>
          <c:showCatName val="0"/>
          <c:showSerName val="0"/>
          <c:showPercent val="0"/>
          <c:showBubbleSize val="0"/>
        </c:dLbls>
        <c:marker val="1"/>
        <c:smooth val="0"/>
        <c:axId val="1494176447"/>
        <c:axId val="1494178847"/>
      </c:lineChart>
      <c:catAx>
        <c:axId val="1390639263"/>
        <c:scaling>
          <c:orientation val="minMax"/>
        </c:scaling>
        <c:delete val="0"/>
        <c:axPos val="b"/>
        <c:numFmt formatCode="General" sourceLinked="1"/>
        <c:majorTickMark val="out"/>
        <c:minorTickMark val="none"/>
        <c:tickLblPos val="low"/>
        <c:spPr>
          <a:noFill/>
          <a:ln w="12700" cap="flat" cmpd="sng" algn="ctr">
            <a:solidFill>
              <a:srgbClr val="000066"/>
            </a:solidFill>
            <a:prstDash val="solid"/>
            <a:roun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Lato" panose="020F0502020204030203" pitchFamily="34" charset="0"/>
                <a:ea typeface="黑体" panose="02010609060101010101" pitchFamily="49" charset="-122"/>
                <a:cs typeface="Arial" panose="020B0604020202020204" pitchFamily="34" charset="0"/>
              </a:defRPr>
            </a:pPr>
            <a:endParaRPr lang="en-US"/>
          </a:p>
        </c:txPr>
        <c:crossAx val="1390634943"/>
        <c:crosses val="autoZero"/>
        <c:auto val="0"/>
        <c:lblAlgn val="ctr"/>
        <c:lblOffset val="100"/>
        <c:noMultiLvlLbl val="0"/>
      </c:catAx>
      <c:valAx>
        <c:axId val="1390634943"/>
        <c:scaling>
          <c:orientation val="minMax"/>
        </c:scaling>
        <c:delete val="0"/>
        <c:axPos val="l"/>
        <c:numFmt formatCode="0" sourceLinked="1"/>
        <c:majorTickMark val="out"/>
        <c:minorTickMark val="none"/>
        <c:tickLblPos val="nextTo"/>
        <c:spPr>
          <a:noFill/>
          <a:ln w="12700">
            <a:solidFill>
              <a:srgbClr val="000066"/>
            </a:solidFill>
            <a:prstDash val="soli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Lato" panose="020F0502020204030203" pitchFamily="34" charset="0"/>
                <a:ea typeface="黑体" panose="02010609060101010101" pitchFamily="49" charset="-122"/>
                <a:cs typeface="Arial" panose="020B0604020202020204" pitchFamily="34" charset="0"/>
              </a:defRPr>
            </a:pPr>
            <a:endParaRPr lang="en-US"/>
          </a:p>
        </c:txPr>
        <c:crossAx val="1390639263"/>
        <c:crosses val="autoZero"/>
        <c:crossBetween val="between"/>
        <c:majorUnit val="10000"/>
      </c:valAx>
      <c:valAx>
        <c:axId val="1494178847"/>
        <c:scaling>
          <c:orientation val="minMax"/>
        </c:scaling>
        <c:delete val="0"/>
        <c:axPos val="r"/>
        <c:numFmt formatCode="0%" sourceLinked="1"/>
        <c:majorTickMark val="out"/>
        <c:minorTickMark val="none"/>
        <c:tickLblPos val="nextTo"/>
        <c:spPr>
          <a:noFill/>
          <a:ln w="12700">
            <a:solidFill>
              <a:srgbClr val="000000"/>
            </a:solidFill>
            <a:prstDash val="solid"/>
          </a:ln>
          <a:effectLst/>
        </c:spPr>
        <c:txPr>
          <a:bodyPr rot="-60000000" spcFirstLastPara="1" vertOverflow="ellipsis" vert="horz" wrap="square" anchor="ctr" anchorCtr="1"/>
          <a:lstStyle/>
          <a:p>
            <a:pPr>
              <a:defRPr sz="1100" b="0" i="0" u="none" strike="noStrike" kern="1200" baseline="0">
                <a:solidFill>
                  <a:sysClr val="windowText" lastClr="000000"/>
                </a:solidFill>
                <a:latin typeface="Lato" panose="020F0502020204030203" pitchFamily="34" charset="0"/>
                <a:ea typeface="黑体" panose="02010609060101010101" pitchFamily="49" charset="-122"/>
                <a:cs typeface="Arial" panose="020B0604020202020204" pitchFamily="34" charset="0"/>
              </a:defRPr>
            </a:pPr>
            <a:endParaRPr lang="en-US"/>
          </a:p>
        </c:txPr>
        <c:crossAx val="1494176447"/>
        <c:crosses val="max"/>
        <c:crossBetween val="between"/>
      </c:valAx>
      <c:catAx>
        <c:axId val="1494176447"/>
        <c:scaling>
          <c:orientation val="minMax"/>
        </c:scaling>
        <c:delete val="1"/>
        <c:axPos val="b"/>
        <c:numFmt formatCode="General" sourceLinked="1"/>
        <c:majorTickMark val="out"/>
        <c:minorTickMark val="none"/>
        <c:tickLblPos val="nextTo"/>
        <c:crossAx val="1494178847"/>
        <c:crosses val="autoZero"/>
        <c:auto val="1"/>
        <c:lblAlgn val="ctr"/>
        <c:lblOffset val="100"/>
        <c:noMultiLvlLbl val="0"/>
      </c:catAx>
      <c:spPr>
        <a:noFill/>
        <a:ln>
          <a:noFill/>
        </a:ln>
        <a:effectLst/>
      </c:spPr>
    </c:plotArea>
    <c:legend>
      <c:legendPos val="t"/>
      <c:overlay val="0"/>
      <c:spPr>
        <a:noFill/>
        <a:ln w="25400">
          <a:noFill/>
        </a:ln>
        <a:effectLst/>
      </c:spPr>
      <c:txPr>
        <a:bodyPr rot="0" spcFirstLastPara="1" vertOverflow="ellipsis" vert="horz" wrap="square" anchor="ctr" anchorCtr="1"/>
        <a:lstStyle/>
        <a:p>
          <a:pPr>
            <a:defRPr sz="1100" b="0" i="0" u="none" strike="noStrike" kern="1200" baseline="0">
              <a:solidFill>
                <a:sysClr val="windowText" lastClr="000000"/>
              </a:solidFill>
              <a:latin typeface="Lato" panose="020F0502020204030203" pitchFamily="34" charset="0"/>
              <a:ea typeface="黑体" panose="02010609060101010101" pitchFamily="49" charset="-122"/>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5400" cap="flat" cmpd="sng" algn="ctr">
      <a:noFill/>
      <a:round/>
    </a:ln>
    <a:effectLst/>
  </c:spPr>
  <c:txPr>
    <a:bodyPr/>
    <a:lstStyle/>
    <a:p>
      <a:pPr>
        <a:defRPr sz="1100" baseline="0">
          <a:solidFill>
            <a:sysClr val="windowText" lastClr="000000"/>
          </a:solidFill>
          <a:latin typeface="Lato" panose="020F0502020204030203" pitchFamily="34" charset="0"/>
          <a:ea typeface="黑体" panose="02010609060101010101" pitchFamily="49" charset="-122"/>
          <a:cs typeface="Arial" panose="020B0604020202020204" pitchFamily="34"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196631671041117E-2"/>
          <c:y val="5.0925925925925923E-2"/>
          <c:w val="0.90324781277340327"/>
          <c:h val="0.69729406851218956"/>
        </c:manualLayout>
      </c:layout>
      <c:lineChart>
        <c:grouping val="standard"/>
        <c:varyColors val="0"/>
        <c:ser>
          <c:idx val="0"/>
          <c:order val="0"/>
          <c:tx>
            <c:strRef>
              <c:f>Sheet1!$B$1</c:f>
              <c:strCache>
                <c:ptCount val="1"/>
                <c:pt idx="0">
                  <c:v>系列1</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dLbl>
              <c:idx val="0"/>
              <c:layout>
                <c:manualLayout>
                  <c:x val="-4.5193628006858992E-2"/>
                  <c:y val="-7.153456753078242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D66-4DEC-87D0-0A1D27024C50}"/>
                </c:ext>
              </c:extLst>
            </c:dLbl>
            <c:dLbl>
              <c:idx val="1"/>
              <c:layout>
                <c:manualLayout>
                  <c:x val="-4.2180719473068451E-2"/>
                  <c:y val="-7.80377100335808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D66-4DEC-87D0-0A1D27024C50}"/>
                </c:ext>
              </c:extLst>
            </c:dLbl>
            <c:dLbl>
              <c:idx val="2"/>
              <c:layout>
                <c:manualLayout>
                  <c:x val="-4.8206536540649596E-2"/>
                  <c:y val="-8.454085253637921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D66-4DEC-87D0-0A1D27024C50}"/>
                </c:ext>
              </c:extLst>
            </c:dLbl>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3-CD66-4DEC-87D0-0A1D27024C50}"/>
            </c:ext>
          </c:extLst>
        </c:ser>
        <c:ser>
          <c:idx val="1"/>
          <c:order val="1"/>
          <c:tx>
            <c:strRef>
              <c:f>Sheet1!$C$1</c:f>
              <c:strCache>
                <c:ptCount val="1"/>
                <c:pt idx="0">
                  <c:v>系列2</c:v>
                </c:pt>
              </c:strCache>
            </c:strRef>
          </c:tx>
          <c:spPr>
            <a:ln w="28575" cap="rnd">
              <a:solidFill>
                <a:srgbClr val="01A5D1"/>
              </a:solidFill>
              <a:round/>
            </a:ln>
            <a:effectLst/>
          </c:spPr>
          <c:marker>
            <c:symbol val="circle"/>
            <c:size val="5"/>
            <c:spPr>
              <a:solidFill>
                <a:srgbClr val="01A5D1"/>
              </a:solidFill>
              <a:ln w="9525">
                <a:solidFill>
                  <a:srgbClr val="FFFFFF"/>
                </a:solidFill>
              </a:ln>
              <a:effectLst/>
            </c:spPr>
          </c:marker>
          <c:dLbls>
            <c:dLbl>
              <c:idx val="3"/>
              <c:layout>
                <c:manualLayout>
                  <c:x val="-3.7813188283534146E-3"/>
                  <c:y val="-4.3734913477481803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CD66-4DEC-87D0-0A1D27024C50}"/>
                </c:ext>
              </c:extLst>
            </c:dLbl>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5-CD66-4DEC-87D0-0A1D27024C50}"/>
            </c:ext>
          </c:extLst>
        </c:ser>
        <c:ser>
          <c:idx val="2"/>
          <c:order val="2"/>
          <c:tx>
            <c:strRef>
              <c:f>Sheet1!$D$1</c:f>
              <c:strCache>
                <c:ptCount val="1"/>
                <c:pt idx="0">
                  <c:v>系列3</c:v>
                </c:pt>
              </c:strCache>
            </c:strRef>
          </c:tx>
          <c:spPr>
            <a:ln w="28575" cap="rnd">
              <a:solidFill>
                <a:srgbClr val="6E7F86"/>
              </a:solidFill>
              <a:round/>
            </a:ln>
            <a:effectLst/>
          </c:spPr>
          <c:marker>
            <c:symbol val="circle"/>
            <c:size val="5"/>
            <c:spPr>
              <a:solidFill>
                <a:srgbClr val="6E7F86"/>
              </a:solidFill>
              <a:ln w="9525">
                <a:solidFill>
                  <a:srgbClr val="6E7F86"/>
                </a:solidFill>
              </a:ln>
              <a:effectLst/>
            </c:spPr>
          </c:marker>
          <c:dLbls>
            <c:dLbl>
              <c:idx val="0"/>
              <c:layout>
                <c:manualLayout>
                  <c:x val="-3.9167810939277792E-2"/>
                  <c:y val="7.15345675307823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D66-4DEC-87D0-0A1D27024C50}"/>
                </c:ext>
              </c:extLst>
            </c:dLbl>
            <c:dLbl>
              <c:idx val="1"/>
              <c:layout>
                <c:manualLayout>
                  <c:x val="-4.8206536540649651E-2"/>
                  <c:y val="7.15345675307823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D66-4DEC-87D0-0A1D27024C50}"/>
                </c:ext>
              </c:extLst>
            </c:dLbl>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8-CD66-4DEC-87D0-0A1D27024C50}"/>
            </c:ext>
          </c:extLst>
        </c:ser>
        <c:dLbls>
          <c:showLegendKey val="0"/>
          <c:showVal val="0"/>
          <c:showCatName val="0"/>
          <c:showSerName val="0"/>
          <c:showPercent val="0"/>
          <c:showBubbleSize val="0"/>
        </c:dLbls>
        <c:marker val="1"/>
        <c:smooth val="0"/>
        <c:axId val="231990895"/>
        <c:axId val="231992559"/>
      </c:lineChart>
      <c:catAx>
        <c:axId val="231990895"/>
        <c:scaling>
          <c:orientation val="minMax"/>
        </c:scaling>
        <c:delete val="0"/>
        <c:axPos val="b"/>
        <c:numFmt formatCode="General" sourceLinked="1"/>
        <c:majorTickMark val="out"/>
        <c:minorTickMark val="none"/>
        <c:tickLblPos val="nextTo"/>
        <c:spPr>
          <a:noFill/>
          <a:ln w="9525" cap="flat" cmpd="sng" algn="ctr">
            <a:solidFill>
              <a:srgbClr val="FFFFFF">
                <a:lumMod val="50000"/>
              </a:srgb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31992559"/>
        <c:crosses val="autoZero"/>
        <c:auto val="1"/>
        <c:lblAlgn val="ctr"/>
        <c:lblOffset val="100"/>
        <c:noMultiLvlLbl val="0"/>
      </c:catAx>
      <c:valAx>
        <c:axId val="231992559"/>
        <c:scaling>
          <c:orientation val="minMax"/>
        </c:scaling>
        <c:delete val="0"/>
        <c:axPos val="l"/>
        <c:numFmt formatCode="General" sourceLinked="1"/>
        <c:majorTickMark val="out"/>
        <c:minorTickMark val="none"/>
        <c:tickLblPos val="nextTo"/>
        <c:spPr>
          <a:noFill/>
          <a:ln>
            <a:solidFill>
              <a:srgbClr val="FFFFFF">
                <a:lumMod val="50000"/>
              </a:srgb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31990895"/>
        <c:crosses val="autoZero"/>
        <c:crossBetween val="between"/>
      </c:valAx>
      <c:spPr>
        <a:noFill/>
        <a:ln>
          <a:noFill/>
        </a:ln>
        <a:effectLst/>
      </c:spPr>
    </c:plotArea>
    <c:legend>
      <c:legendPos val="b"/>
      <c:layout>
        <c:manualLayout>
          <c:xMode val="edge"/>
          <c:yMode val="edge"/>
          <c:x val="0.18714632545931759"/>
          <c:y val="0.89838181685622631"/>
          <c:w val="0.62570734908136483"/>
          <c:h val="7.384040536599591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89693824090968"/>
          <c:y val="7.5399495551730325E-2"/>
          <c:w val="0.86454737173986884"/>
          <c:h val="0.665346188728272"/>
        </c:manualLayout>
      </c:layout>
      <c:barChart>
        <c:barDir val="col"/>
        <c:grouping val="stacked"/>
        <c:varyColors val="0"/>
        <c:ser>
          <c:idx val="0"/>
          <c:order val="0"/>
          <c:tx>
            <c:strRef>
              <c:f>Sheet1!$B$1</c:f>
              <c:strCache>
                <c:ptCount val="1"/>
                <c:pt idx="0">
                  <c:v>系列1</c:v>
                </c:pt>
              </c:strCache>
            </c:strRef>
          </c:tx>
          <c:spPr>
            <a:solidFill>
              <a:schemeClr val="accent1"/>
            </a:solidFill>
            <a:ln>
              <a:solidFill>
                <a:schemeClr val="bg1"/>
              </a:solidFill>
            </a:ln>
            <a:effectLst/>
          </c:spPr>
          <c:invertIfNegative val="0"/>
          <c:dLbls>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7ED-44ED-A7F2-EAB793440DEE}"/>
            </c:ext>
          </c:extLst>
        </c:ser>
        <c:ser>
          <c:idx val="1"/>
          <c:order val="1"/>
          <c:tx>
            <c:strRef>
              <c:f>Sheet1!$C$1</c:f>
              <c:strCache>
                <c:ptCount val="1"/>
                <c:pt idx="0">
                  <c:v>系列2</c:v>
                </c:pt>
              </c:strCache>
            </c:strRef>
          </c:tx>
          <c:spPr>
            <a:solidFill>
              <a:schemeClr val="accent2"/>
            </a:solidFill>
            <a:ln>
              <a:solidFill>
                <a:schemeClr val="bg1"/>
              </a:solidFill>
            </a:ln>
            <a:effectLst/>
          </c:spPr>
          <c:invertIfNegative val="0"/>
          <c:dLbls>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7ED-44ED-A7F2-EAB793440DEE}"/>
            </c:ext>
          </c:extLst>
        </c:ser>
        <c:ser>
          <c:idx val="2"/>
          <c:order val="2"/>
          <c:tx>
            <c:strRef>
              <c:f>Sheet1!$D$1</c:f>
              <c:strCache>
                <c:ptCount val="1"/>
                <c:pt idx="0">
                  <c:v>系列3</c:v>
                </c:pt>
              </c:strCache>
            </c:strRef>
          </c:tx>
          <c:spPr>
            <a:solidFill>
              <a:schemeClr val="accent3"/>
            </a:solidFill>
            <a:ln>
              <a:solidFill>
                <a:schemeClr val="bg1"/>
              </a:solidFill>
            </a:ln>
            <a:effectLst/>
          </c:spPr>
          <c:invertIfNegative val="0"/>
          <c:dLbls>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7ED-44ED-A7F2-EAB793440DEE}"/>
            </c:ext>
          </c:extLst>
        </c:ser>
        <c:ser>
          <c:idx val="3"/>
          <c:order val="3"/>
          <c:tx>
            <c:strRef>
              <c:f>Sheet1!$E$1</c:f>
              <c:strCache>
                <c:ptCount val="1"/>
                <c:pt idx="0">
                  <c:v>系列4</c:v>
                </c:pt>
              </c:strCache>
            </c:strRef>
          </c:tx>
          <c:spPr>
            <a:solidFill>
              <a:schemeClr val="accent4"/>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Sheet1!$E$2:$E$5</c:f>
              <c:numCache>
                <c:formatCode>General</c:formatCode>
                <c:ptCount val="4"/>
                <c:pt idx="0">
                  <c:v>1.2</c:v>
                </c:pt>
                <c:pt idx="1">
                  <c:v>1.2</c:v>
                </c:pt>
                <c:pt idx="2">
                  <c:v>1.2</c:v>
                </c:pt>
                <c:pt idx="3">
                  <c:v>1.2</c:v>
                </c:pt>
              </c:numCache>
            </c:numRef>
          </c:val>
          <c:extLst>
            <c:ext xmlns:c16="http://schemas.microsoft.com/office/drawing/2014/chart" uri="{C3380CC4-5D6E-409C-BE32-E72D297353CC}">
              <c16:uniqueId val="{00000003-77ED-44ED-A7F2-EAB793440DEE}"/>
            </c:ext>
          </c:extLst>
        </c:ser>
        <c:ser>
          <c:idx val="4"/>
          <c:order val="4"/>
          <c:tx>
            <c:strRef>
              <c:f>Sheet1!$F$1</c:f>
              <c:strCache>
                <c:ptCount val="1"/>
                <c:pt idx="0">
                  <c:v>系列5</c:v>
                </c:pt>
              </c:strCache>
            </c:strRef>
          </c:tx>
          <c:spPr>
            <a:solidFill>
              <a:schemeClr val="accent5"/>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Sheet1!$F$2:$F$5</c:f>
              <c:numCache>
                <c:formatCode>General</c:formatCode>
                <c:ptCount val="4"/>
                <c:pt idx="0">
                  <c:v>1.1000000000000001</c:v>
                </c:pt>
                <c:pt idx="1">
                  <c:v>1.1000000000000001</c:v>
                </c:pt>
                <c:pt idx="2">
                  <c:v>1.1000000000000001</c:v>
                </c:pt>
                <c:pt idx="3">
                  <c:v>1.2</c:v>
                </c:pt>
              </c:numCache>
            </c:numRef>
          </c:val>
          <c:extLst>
            <c:ext xmlns:c16="http://schemas.microsoft.com/office/drawing/2014/chart" uri="{C3380CC4-5D6E-409C-BE32-E72D297353CC}">
              <c16:uniqueId val="{00000004-77ED-44ED-A7F2-EAB793440DEE}"/>
            </c:ext>
          </c:extLst>
        </c:ser>
        <c:dLbls>
          <c:showLegendKey val="0"/>
          <c:showVal val="0"/>
          <c:showCatName val="0"/>
          <c:showSerName val="0"/>
          <c:showPercent val="0"/>
          <c:showBubbleSize val="0"/>
        </c:dLbls>
        <c:gapWidth val="80"/>
        <c:overlap val="100"/>
        <c:axId val="348905759"/>
        <c:axId val="348893279"/>
      </c:barChart>
      <c:catAx>
        <c:axId val="348905759"/>
        <c:scaling>
          <c:orientation val="minMax"/>
        </c:scaling>
        <c:delete val="0"/>
        <c:axPos val="b"/>
        <c:numFmt formatCode="General" sourceLinked="1"/>
        <c:majorTickMark val="out"/>
        <c:minorTickMark val="none"/>
        <c:tickLblPos val="nextTo"/>
        <c:spPr>
          <a:noFill/>
          <a:ln w="9525" cap="flat" cmpd="sng" algn="ctr">
            <a:solidFill>
              <a:srgbClr val="FFFFFF">
                <a:lumMod val="50000"/>
              </a:srgb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48893279"/>
        <c:crosses val="autoZero"/>
        <c:auto val="1"/>
        <c:lblAlgn val="ctr"/>
        <c:lblOffset val="100"/>
        <c:noMultiLvlLbl val="0"/>
      </c:catAx>
      <c:valAx>
        <c:axId val="348893279"/>
        <c:scaling>
          <c:orientation val="minMax"/>
        </c:scaling>
        <c:delete val="0"/>
        <c:axPos val="l"/>
        <c:numFmt formatCode="General" sourceLinked="1"/>
        <c:majorTickMark val="out"/>
        <c:minorTickMark val="none"/>
        <c:tickLblPos val="nextTo"/>
        <c:spPr>
          <a:noFill/>
          <a:ln>
            <a:solidFill>
              <a:srgbClr val="FFFFFF">
                <a:lumMod val="50000"/>
              </a:srgb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48905759"/>
        <c:crosses val="autoZero"/>
        <c:crossBetween val="between"/>
      </c:valAx>
      <c:spPr>
        <a:noFill/>
        <a:ln>
          <a:noFill/>
        </a:ln>
        <a:effectLst/>
      </c:spPr>
    </c:plotArea>
    <c:legend>
      <c:legendPos val="b"/>
      <c:layout>
        <c:manualLayout>
          <c:xMode val="edge"/>
          <c:yMode val="edge"/>
          <c:x val="0.15080993000874887"/>
          <c:y val="0.89838181685622631"/>
          <c:w val="0.73442795903781155"/>
          <c:h val="0.1016180023370348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232170551607617E-2"/>
          <c:y val="6.9444444444444448E-2"/>
          <c:w val="0.84872364065646644"/>
          <c:h val="0.65414628766783378"/>
        </c:manualLayout>
      </c:layout>
      <c:barChart>
        <c:barDir val="col"/>
        <c:grouping val="clustered"/>
        <c:varyColors val="0"/>
        <c:ser>
          <c:idx val="0"/>
          <c:order val="0"/>
          <c:tx>
            <c:strRef>
              <c:f>Sheet1!$B$1</c:f>
              <c:strCache>
                <c:ptCount val="1"/>
                <c:pt idx="0">
                  <c:v>系列1</c:v>
                </c:pt>
              </c:strCache>
            </c:strRef>
          </c:tx>
          <c:spPr>
            <a:solidFill>
              <a:schemeClr val="accent1"/>
            </a:solidFill>
            <a:ln>
              <a:solidFill>
                <a:schemeClr val="bg1"/>
              </a:solid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BD6-430A-A744-A349BA36BC45}"/>
            </c:ext>
          </c:extLst>
        </c:ser>
        <c:ser>
          <c:idx val="1"/>
          <c:order val="1"/>
          <c:tx>
            <c:strRef>
              <c:f>Sheet1!$C$1</c:f>
              <c:strCache>
                <c:ptCount val="1"/>
                <c:pt idx="0">
                  <c:v>系列2</c:v>
                </c:pt>
              </c:strCache>
            </c:strRef>
          </c:tx>
          <c:spPr>
            <a:solidFill>
              <a:schemeClr val="accent2"/>
            </a:solidFill>
            <a:ln>
              <a:solidFill>
                <a:schemeClr val="bg1"/>
              </a:solid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BD6-430A-A744-A349BA36BC45}"/>
            </c:ext>
          </c:extLst>
        </c:ser>
        <c:dLbls>
          <c:showLegendKey val="0"/>
          <c:showVal val="0"/>
          <c:showCatName val="0"/>
          <c:showSerName val="0"/>
          <c:showPercent val="0"/>
          <c:showBubbleSize val="0"/>
        </c:dLbls>
        <c:gapWidth val="80"/>
        <c:axId val="791891712"/>
        <c:axId val="791887552"/>
      </c:barChart>
      <c:lineChart>
        <c:grouping val="standard"/>
        <c:varyColors val="0"/>
        <c:ser>
          <c:idx val="2"/>
          <c:order val="2"/>
          <c:tx>
            <c:strRef>
              <c:f>Sheet1!$D$1</c:f>
              <c:strCache>
                <c:ptCount val="1"/>
                <c:pt idx="0">
                  <c:v>系列3</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dLbl>
              <c:idx val="0"/>
              <c:layout>
                <c:manualLayout>
                  <c:x val="-1.864023750146776E-2"/>
                  <c:y val="3.7748002663730518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BD6-430A-A744-A349BA36BC45}"/>
                </c:ext>
              </c:extLst>
            </c:dLbl>
            <c:dLbl>
              <c:idx val="1"/>
              <c:layout>
                <c:manualLayout>
                  <c:x val="-1.5951543658700003E-2"/>
                  <c:y val="4.9788980953249941E-2"/>
                </c:manualLayout>
              </c:layout>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BD6-430A-A744-A349BA36BC45}"/>
                </c:ext>
              </c:extLst>
            </c:dLbl>
            <c:dLbl>
              <c:idx val="2"/>
              <c:layout>
                <c:manualLayout>
                  <c:x val="-2.4266701950729663E-2"/>
                  <c:y val="-6.498623628383726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BD6-430A-A744-A349BA36BC45}"/>
                </c:ext>
              </c:extLst>
            </c:dLbl>
            <c:dLbl>
              <c:idx val="3"/>
              <c:layout>
                <c:manualLayout>
                  <c:x val="-1.591463126109554E-2"/>
                  <c:y val="-1.90376220553348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BD6-430A-A744-A349BA36BC45}"/>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6-4BD6-430A-A744-A349BA36BC45}"/>
            </c:ext>
          </c:extLst>
        </c:ser>
        <c:dLbls>
          <c:showLegendKey val="0"/>
          <c:showVal val="0"/>
          <c:showCatName val="0"/>
          <c:showSerName val="0"/>
          <c:showPercent val="0"/>
          <c:showBubbleSize val="0"/>
        </c:dLbls>
        <c:marker val="1"/>
        <c:smooth val="0"/>
        <c:axId val="989938848"/>
        <c:axId val="989933856"/>
      </c:lineChart>
      <c:catAx>
        <c:axId val="791891712"/>
        <c:scaling>
          <c:orientation val="minMax"/>
        </c:scaling>
        <c:delete val="0"/>
        <c:axPos val="b"/>
        <c:numFmt formatCode="General" sourceLinked="1"/>
        <c:majorTickMark val="out"/>
        <c:minorTickMark val="none"/>
        <c:tickLblPos val="nextTo"/>
        <c:spPr>
          <a:noFill/>
          <a:ln w="9525" cap="flat" cmpd="sng" algn="ctr">
            <a:solidFill>
              <a:srgbClr val="FFFFFF">
                <a:lumMod val="50000"/>
              </a:srgb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91887552"/>
        <c:crosses val="autoZero"/>
        <c:auto val="1"/>
        <c:lblAlgn val="ctr"/>
        <c:lblOffset val="100"/>
        <c:noMultiLvlLbl val="0"/>
      </c:catAx>
      <c:valAx>
        <c:axId val="791887552"/>
        <c:scaling>
          <c:orientation val="minMax"/>
        </c:scaling>
        <c:delete val="0"/>
        <c:axPos val="l"/>
        <c:numFmt formatCode="#,##0" sourceLinked="0"/>
        <c:majorTickMark val="out"/>
        <c:minorTickMark val="none"/>
        <c:tickLblPos val="nextTo"/>
        <c:spPr>
          <a:noFill/>
          <a:ln>
            <a:solidFill>
              <a:srgbClr val="FFFFFF">
                <a:lumMod val="50000"/>
              </a:srgb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91891712"/>
        <c:crosses val="autoZero"/>
        <c:crossBetween val="between"/>
        <c:majorUnit val="1"/>
        <c:minorUnit val="1"/>
      </c:valAx>
      <c:valAx>
        <c:axId val="989933856"/>
        <c:scaling>
          <c:orientation val="minMax"/>
        </c:scaling>
        <c:delete val="0"/>
        <c:axPos val="r"/>
        <c:numFmt formatCode="#,##0" sourceLinked="0"/>
        <c:majorTickMark val="out"/>
        <c:minorTickMark val="none"/>
        <c:tickLblPos val="nextTo"/>
        <c:spPr>
          <a:noFill/>
          <a:ln>
            <a:solidFill>
              <a:srgbClr val="FFFFFF">
                <a:lumMod val="50000"/>
              </a:srgb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989938848"/>
        <c:crosses val="max"/>
        <c:crossBetween val="between"/>
        <c:minorUnit val="1"/>
      </c:valAx>
      <c:catAx>
        <c:axId val="989938848"/>
        <c:scaling>
          <c:orientation val="minMax"/>
        </c:scaling>
        <c:delete val="1"/>
        <c:axPos val="b"/>
        <c:numFmt formatCode="General" sourceLinked="1"/>
        <c:majorTickMark val="out"/>
        <c:minorTickMark val="none"/>
        <c:tickLblPos val="nextTo"/>
        <c:crossAx val="989933856"/>
        <c:crosses val="autoZero"/>
        <c:auto val="1"/>
        <c:lblAlgn val="ctr"/>
        <c:lblOffset val="100"/>
        <c:noMultiLvlLbl val="0"/>
      </c:catAx>
      <c:spPr>
        <a:noFill/>
        <a:ln>
          <a:noFill/>
        </a:ln>
        <a:effectLst/>
      </c:spPr>
    </c:plotArea>
    <c:legend>
      <c:legendPos val="b"/>
      <c:layout>
        <c:manualLayout>
          <c:xMode val="edge"/>
          <c:yMode val="edge"/>
          <c:x val="0.15659076990376203"/>
          <c:y val="0.8938073339142294"/>
          <c:w val="0.68681846019247594"/>
          <c:h val="6.926590617076541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系列1</c:v>
                </c:pt>
              </c:strCache>
            </c:strRef>
          </c:tx>
          <c:spPr>
            <a:solidFill>
              <a:schemeClr val="accent1"/>
            </a:solidFill>
            <a:ln>
              <a:solidFill>
                <a:schemeClr val="bg1"/>
              </a:solidFill>
            </a:ln>
            <a:effectLst/>
          </c:spPr>
          <c:invertIfNegative val="0"/>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EE4-4E31-85CF-A4B86AA1D785}"/>
            </c:ext>
          </c:extLst>
        </c:ser>
        <c:ser>
          <c:idx val="1"/>
          <c:order val="1"/>
          <c:tx>
            <c:strRef>
              <c:f>Sheet1!$C$1</c:f>
              <c:strCache>
                <c:ptCount val="1"/>
                <c:pt idx="0">
                  <c:v>系列2</c:v>
                </c:pt>
              </c:strCache>
            </c:strRef>
          </c:tx>
          <c:spPr>
            <a:solidFill>
              <a:schemeClr val="accent2"/>
            </a:solidFill>
            <a:ln>
              <a:solidFill>
                <a:schemeClr val="bg1"/>
              </a:solidFill>
            </a:ln>
            <a:effectLst/>
          </c:spPr>
          <c:invertIfNegative val="0"/>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EE4-4E31-85CF-A4B86AA1D785}"/>
            </c:ext>
          </c:extLst>
        </c:ser>
        <c:ser>
          <c:idx val="2"/>
          <c:order val="2"/>
          <c:tx>
            <c:strRef>
              <c:f>Sheet1!$D$1</c:f>
              <c:strCache>
                <c:ptCount val="1"/>
                <c:pt idx="0">
                  <c:v>系列3</c:v>
                </c:pt>
              </c:strCache>
            </c:strRef>
          </c:tx>
          <c:spPr>
            <a:solidFill>
              <a:schemeClr val="accent3"/>
            </a:solidFill>
            <a:ln>
              <a:solidFill>
                <a:schemeClr val="bg1"/>
              </a:solidFill>
            </a:ln>
            <a:effectLst/>
          </c:spPr>
          <c:invertIfNegative val="0"/>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EE4-4E31-85CF-A4B86AA1D785}"/>
            </c:ext>
          </c:extLst>
        </c:ser>
        <c:dLbls>
          <c:showLegendKey val="0"/>
          <c:showVal val="0"/>
          <c:showCatName val="0"/>
          <c:showSerName val="0"/>
          <c:showPercent val="0"/>
          <c:showBubbleSize val="0"/>
        </c:dLbls>
        <c:gapWidth val="80"/>
        <c:axId val="1843463551"/>
        <c:axId val="1843464799"/>
      </c:barChart>
      <c:catAx>
        <c:axId val="1843463551"/>
        <c:scaling>
          <c:orientation val="minMax"/>
        </c:scaling>
        <c:delete val="0"/>
        <c:axPos val="l"/>
        <c:numFmt formatCode="General" sourceLinked="1"/>
        <c:majorTickMark val="out"/>
        <c:minorTickMark val="none"/>
        <c:tickLblPos val="nextTo"/>
        <c:spPr>
          <a:noFill/>
          <a:ln w="9525" cap="flat" cmpd="sng" algn="ctr">
            <a:solidFill>
              <a:schemeClr val="bg1">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843464799"/>
        <c:crosses val="autoZero"/>
        <c:auto val="1"/>
        <c:lblAlgn val="ctr"/>
        <c:lblOffset val="100"/>
        <c:noMultiLvlLbl val="0"/>
      </c:catAx>
      <c:valAx>
        <c:axId val="1843464799"/>
        <c:scaling>
          <c:orientation val="minMax"/>
        </c:scaling>
        <c:delete val="0"/>
        <c:axPos val="b"/>
        <c:numFmt formatCode="General" sourceLinked="1"/>
        <c:majorTickMark val="out"/>
        <c:minorTickMark val="none"/>
        <c:tickLblPos val="nextTo"/>
        <c:spPr>
          <a:noFill/>
          <a:ln>
            <a:solidFill>
              <a:schemeClr val="bg1">
                <a:lumMod val="50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843463551"/>
        <c:crosses val="autoZero"/>
        <c:crossBetween val="between"/>
      </c:valAx>
      <c:spPr>
        <a:noFill/>
        <a:ln>
          <a:noFill/>
        </a:ln>
        <a:effectLst/>
      </c:spPr>
    </c:plotArea>
    <c:legend>
      <c:legendPos val="b"/>
      <c:layout>
        <c:manualLayout>
          <c:xMode val="edge"/>
          <c:yMode val="edge"/>
          <c:x val="0.23533897423078873"/>
          <c:y val="0.87502051166631845"/>
          <c:w val="0.58580811993904858"/>
          <c:h val="9.081579492458431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sz="9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系列1</c:v>
                </c:pt>
              </c:strCache>
            </c:strRef>
          </c:tx>
          <c:spPr>
            <a:solidFill>
              <a:schemeClr val="accent1"/>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857-4146-AD57-CC20A2F13DBB}"/>
            </c:ext>
          </c:extLst>
        </c:ser>
        <c:ser>
          <c:idx val="1"/>
          <c:order val="1"/>
          <c:tx>
            <c:strRef>
              <c:f>Sheet1!$C$1</c:f>
              <c:strCache>
                <c:ptCount val="1"/>
                <c:pt idx="0">
                  <c:v>系列2</c:v>
                </c:pt>
              </c:strCache>
            </c:strRef>
          </c:tx>
          <c:spPr>
            <a:solidFill>
              <a:schemeClr val="accent2"/>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857-4146-AD57-CC20A2F13DBB}"/>
            </c:ext>
          </c:extLst>
        </c:ser>
        <c:ser>
          <c:idx val="2"/>
          <c:order val="2"/>
          <c:tx>
            <c:strRef>
              <c:f>Sheet1!$D$1</c:f>
              <c:strCache>
                <c:ptCount val="1"/>
                <c:pt idx="0">
                  <c:v>系列3</c:v>
                </c:pt>
              </c:strCache>
            </c:strRef>
          </c:tx>
          <c:spPr>
            <a:solidFill>
              <a:schemeClr val="accent3"/>
            </a:solidFill>
            <a:ln>
              <a:solidFill>
                <a:schemeClr val="bg1"/>
              </a:solid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857-4146-AD57-CC20A2F13DBB}"/>
            </c:ext>
          </c:extLst>
        </c:ser>
        <c:ser>
          <c:idx val="3"/>
          <c:order val="3"/>
          <c:tx>
            <c:strRef>
              <c:f>Sheet1!$E$1</c:f>
              <c:strCache>
                <c:ptCount val="1"/>
                <c:pt idx="0">
                  <c:v>系列4</c:v>
                </c:pt>
              </c:strCache>
            </c:strRef>
          </c:tx>
          <c:spPr>
            <a:solidFill>
              <a:schemeClr val="accent4"/>
            </a:solidFill>
            <a:ln>
              <a:solidFill>
                <a:schemeClr val="bg1"/>
              </a:solid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Sheet1!$E$2:$E$5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3-C857-4146-AD57-CC20A2F13DBB}"/>
            </c:ext>
          </c:extLst>
        </c:ser>
        <c:dLbls>
          <c:dLblPos val="outEnd"/>
          <c:showLegendKey val="0"/>
          <c:showVal val="1"/>
          <c:showCatName val="0"/>
          <c:showSerName val="0"/>
          <c:showPercent val="0"/>
          <c:showBubbleSize val="0"/>
        </c:dLbls>
        <c:gapWidth val="80"/>
        <c:axId val="164905711"/>
        <c:axId val="164906127"/>
      </c:barChart>
      <c:catAx>
        <c:axId val="164905711"/>
        <c:scaling>
          <c:orientation val="minMax"/>
        </c:scaling>
        <c:delete val="0"/>
        <c:axPos val="b"/>
        <c:numFmt formatCode="General" sourceLinked="1"/>
        <c:majorTickMark val="out"/>
        <c:minorTickMark val="none"/>
        <c:tickLblPos val="nextTo"/>
        <c:spPr>
          <a:noFill/>
          <a:ln w="9525" cap="flat" cmpd="sng" algn="ctr">
            <a:solidFill>
              <a:srgbClr val="FFFFFF">
                <a:lumMod val="50000"/>
              </a:srgb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4906127"/>
        <c:crosses val="autoZero"/>
        <c:auto val="1"/>
        <c:lblAlgn val="ctr"/>
        <c:lblOffset val="100"/>
        <c:noMultiLvlLbl val="0"/>
      </c:catAx>
      <c:valAx>
        <c:axId val="164906127"/>
        <c:scaling>
          <c:orientation val="minMax"/>
        </c:scaling>
        <c:delete val="0"/>
        <c:axPos val="l"/>
        <c:numFmt formatCode="General" sourceLinked="1"/>
        <c:majorTickMark val="out"/>
        <c:minorTickMark val="none"/>
        <c:tickLblPos val="nextTo"/>
        <c:spPr>
          <a:noFill/>
          <a:ln>
            <a:solidFill>
              <a:srgbClr val="FFFFFF">
                <a:lumMod val="50000"/>
              </a:srgb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4905711"/>
        <c:crosses val="autoZero"/>
        <c:crossBetween val="between"/>
      </c:valAx>
      <c:spPr>
        <a:noFill/>
        <a:ln>
          <a:noFill/>
        </a:ln>
        <a:effectLst/>
      </c:spPr>
    </c:plotArea>
    <c:legend>
      <c:legendPos val="b"/>
      <c:layout>
        <c:manualLayout>
          <c:xMode val="edge"/>
          <c:yMode val="edge"/>
          <c:x val="0.27328116235024907"/>
          <c:y val="0.89838161172432396"/>
          <c:w val="0.45213895476601745"/>
          <c:h val="0.1016183882756760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系列1</c:v>
                </c:pt>
              </c:strCache>
            </c:strRef>
          </c:tx>
          <c:spPr>
            <a:solidFill>
              <a:schemeClr val="accent1"/>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8AA-4C58-AEB9-2631C67ECED0}"/>
            </c:ext>
          </c:extLst>
        </c:ser>
        <c:ser>
          <c:idx val="1"/>
          <c:order val="1"/>
          <c:tx>
            <c:strRef>
              <c:f>Sheet1!$C$1</c:f>
              <c:strCache>
                <c:ptCount val="1"/>
                <c:pt idx="0">
                  <c:v>系列2</c:v>
                </c:pt>
              </c:strCache>
            </c:strRef>
          </c:tx>
          <c:spPr>
            <a:solidFill>
              <a:schemeClr val="accent2"/>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8AA-4C58-AEB9-2631C67ECED0}"/>
            </c:ext>
          </c:extLst>
        </c:ser>
        <c:ser>
          <c:idx val="2"/>
          <c:order val="2"/>
          <c:tx>
            <c:strRef>
              <c:f>Sheet1!$D$1</c:f>
              <c:strCache>
                <c:ptCount val="1"/>
                <c:pt idx="0">
                  <c:v>系列3</c:v>
                </c:pt>
              </c:strCache>
            </c:strRef>
          </c:tx>
          <c:spPr>
            <a:solidFill>
              <a:schemeClr val="accent3"/>
            </a:solidFill>
            <a:ln>
              <a:solidFill>
                <a:schemeClr val="bg1"/>
              </a:solid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8AA-4C58-AEB9-2631C67ECED0}"/>
            </c:ext>
          </c:extLst>
        </c:ser>
        <c:ser>
          <c:idx val="3"/>
          <c:order val="3"/>
          <c:tx>
            <c:strRef>
              <c:f>Sheet1!$E$1</c:f>
              <c:strCache>
                <c:ptCount val="1"/>
                <c:pt idx="0">
                  <c:v>系列4</c:v>
                </c:pt>
              </c:strCache>
            </c:strRef>
          </c:tx>
          <c:spPr>
            <a:solidFill>
              <a:schemeClr val="accent4"/>
            </a:solidFill>
            <a:ln>
              <a:solidFill>
                <a:schemeClr val="bg1"/>
              </a:solid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Sheet1!$E$2:$E$5</c:f>
              <c:numCache>
                <c:formatCode>General</c:formatCode>
                <c:ptCount val="4"/>
                <c:pt idx="0">
                  <c:v>1</c:v>
                </c:pt>
                <c:pt idx="1">
                  <c:v>1</c:v>
                </c:pt>
                <c:pt idx="2">
                  <c:v>1</c:v>
                </c:pt>
                <c:pt idx="3">
                  <c:v>1</c:v>
                </c:pt>
              </c:numCache>
            </c:numRef>
          </c:val>
          <c:extLst>
            <c:ext xmlns:c16="http://schemas.microsoft.com/office/drawing/2014/chart" uri="{C3380CC4-5D6E-409C-BE32-E72D297353CC}">
              <c16:uniqueId val="{00000003-C8AA-4C58-AEB9-2631C67ECED0}"/>
            </c:ext>
          </c:extLst>
        </c:ser>
        <c:ser>
          <c:idx val="4"/>
          <c:order val="4"/>
          <c:tx>
            <c:strRef>
              <c:f>Sheet1!$F$1</c:f>
              <c:strCache>
                <c:ptCount val="1"/>
                <c:pt idx="0">
                  <c:v>系列5</c:v>
                </c:pt>
              </c:strCache>
            </c:strRef>
          </c:tx>
          <c:spPr>
            <a:solidFill>
              <a:schemeClr val="accent5"/>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Sheet1!$F$2:$F$5</c:f>
              <c:numCache>
                <c:formatCode>General</c:formatCode>
                <c:ptCount val="4"/>
                <c:pt idx="0">
                  <c:v>0.5</c:v>
                </c:pt>
                <c:pt idx="1">
                  <c:v>0.5</c:v>
                </c:pt>
                <c:pt idx="2">
                  <c:v>0.5</c:v>
                </c:pt>
                <c:pt idx="3">
                  <c:v>0.5</c:v>
                </c:pt>
              </c:numCache>
            </c:numRef>
          </c:val>
          <c:extLst>
            <c:ext xmlns:c16="http://schemas.microsoft.com/office/drawing/2014/chart" uri="{C3380CC4-5D6E-409C-BE32-E72D297353CC}">
              <c16:uniqueId val="{00000004-C8AA-4C58-AEB9-2631C67ECED0}"/>
            </c:ext>
          </c:extLst>
        </c:ser>
        <c:dLbls>
          <c:dLblPos val="outEnd"/>
          <c:showLegendKey val="0"/>
          <c:showVal val="1"/>
          <c:showCatName val="0"/>
          <c:showSerName val="0"/>
          <c:showPercent val="0"/>
          <c:showBubbleSize val="0"/>
        </c:dLbls>
        <c:gapWidth val="80"/>
        <c:axId val="164905711"/>
        <c:axId val="164906127"/>
      </c:barChart>
      <c:catAx>
        <c:axId val="164905711"/>
        <c:scaling>
          <c:orientation val="minMax"/>
        </c:scaling>
        <c:delete val="0"/>
        <c:axPos val="b"/>
        <c:numFmt formatCode="General" sourceLinked="1"/>
        <c:majorTickMark val="out"/>
        <c:minorTickMark val="none"/>
        <c:tickLblPos val="nextTo"/>
        <c:spPr>
          <a:noFill/>
          <a:ln w="9525" cap="flat" cmpd="sng" algn="ctr">
            <a:solidFill>
              <a:srgbClr val="FFFFFF">
                <a:lumMod val="50000"/>
              </a:srgb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4906127"/>
        <c:crosses val="autoZero"/>
        <c:auto val="1"/>
        <c:lblAlgn val="ctr"/>
        <c:lblOffset val="100"/>
        <c:noMultiLvlLbl val="0"/>
      </c:catAx>
      <c:valAx>
        <c:axId val="164906127"/>
        <c:scaling>
          <c:orientation val="minMax"/>
        </c:scaling>
        <c:delete val="0"/>
        <c:axPos val="l"/>
        <c:numFmt formatCode="General" sourceLinked="1"/>
        <c:majorTickMark val="out"/>
        <c:minorTickMark val="none"/>
        <c:tickLblPos val="nextTo"/>
        <c:spPr>
          <a:noFill/>
          <a:ln>
            <a:solidFill>
              <a:srgbClr val="FFFFFF">
                <a:lumMod val="50000"/>
              </a:srgb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4905711"/>
        <c:crosses val="autoZero"/>
        <c:crossBetween val="between"/>
      </c:valAx>
      <c:spPr>
        <a:noFill/>
        <a:ln>
          <a:noFill/>
        </a:ln>
        <a:effectLst/>
      </c:spPr>
    </c:plotArea>
    <c:legend>
      <c:legendPos val="b"/>
      <c:layout>
        <c:manualLayout>
          <c:xMode val="edge"/>
          <c:yMode val="edge"/>
          <c:x val="0.16747659667541556"/>
          <c:y val="0.89838181685622631"/>
          <c:w val="0.71087723189530883"/>
          <c:h val="8.3341767943707817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系列1</c:v>
                </c:pt>
              </c:strCache>
            </c:strRef>
          </c:tx>
          <c:spPr>
            <a:solidFill>
              <a:schemeClr val="accent1"/>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60C9-4702-A121-ECAD8AD3D97B}"/>
            </c:ext>
          </c:extLst>
        </c:ser>
        <c:ser>
          <c:idx val="1"/>
          <c:order val="1"/>
          <c:tx>
            <c:strRef>
              <c:f>Sheet1!$C$1</c:f>
              <c:strCache>
                <c:ptCount val="1"/>
                <c:pt idx="0">
                  <c:v>系列2</c:v>
                </c:pt>
              </c:strCache>
            </c:strRef>
          </c:tx>
          <c:spPr>
            <a:solidFill>
              <a:schemeClr val="accent2"/>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60C9-4702-A121-ECAD8AD3D97B}"/>
            </c:ext>
          </c:extLst>
        </c:ser>
        <c:ser>
          <c:idx val="2"/>
          <c:order val="2"/>
          <c:tx>
            <c:strRef>
              <c:f>Sheet1!$D$1</c:f>
              <c:strCache>
                <c:ptCount val="1"/>
                <c:pt idx="0">
                  <c:v>Column2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Sheet1!$D$2:$D$5</c:f>
              <c:numCache>
                <c:formatCode>General</c:formatCode>
                <c:ptCount val="4"/>
              </c:numCache>
            </c:numRef>
          </c:val>
          <c:extLst>
            <c:ext xmlns:c16="http://schemas.microsoft.com/office/drawing/2014/chart" uri="{C3380CC4-5D6E-409C-BE32-E72D297353CC}">
              <c16:uniqueId val="{00000002-60C9-4702-A121-ECAD8AD3D97B}"/>
            </c:ext>
          </c:extLst>
        </c:ser>
        <c:dLbls>
          <c:dLblPos val="outEnd"/>
          <c:showLegendKey val="0"/>
          <c:showVal val="1"/>
          <c:showCatName val="0"/>
          <c:showSerName val="0"/>
          <c:showPercent val="0"/>
          <c:showBubbleSize val="0"/>
        </c:dLbls>
        <c:gapWidth val="80"/>
        <c:axId val="164905711"/>
        <c:axId val="164906127"/>
      </c:barChart>
      <c:catAx>
        <c:axId val="164905711"/>
        <c:scaling>
          <c:orientation val="minMax"/>
        </c:scaling>
        <c:delete val="0"/>
        <c:axPos val="b"/>
        <c:numFmt formatCode="General" sourceLinked="1"/>
        <c:majorTickMark val="out"/>
        <c:minorTickMark val="none"/>
        <c:tickLblPos val="nextTo"/>
        <c:spPr>
          <a:noFill/>
          <a:ln w="9525" cap="flat" cmpd="sng" algn="ctr">
            <a:solidFill>
              <a:srgbClr val="FFFFFF">
                <a:lumMod val="50000"/>
              </a:srgb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4906127"/>
        <c:crosses val="autoZero"/>
        <c:auto val="1"/>
        <c:lblAlgn val="ctr"/>
        <c:lblOffset val="100"/>
        <c:noMultiLvlLbl val="0"/>
      </c:catAx>
      <c:valAx>
        <c:axId val="164906127"/>
        <c:scaling>
          <c:orientation val="minMax"/>
        </c:scaling>
        <c:delete val="0"/>
        <c:axPos val="l"/>
        <c:numFmt formatCode="General" sourceLinked="1"/>
        <c:majorTickMark val="out"/>
        <c:minorTickMark val="none"/>
        <c:tickLblPos val="nextTo"/>
        <c:spPr>
          <a:noFill/>
          <a:ln>
            <a:solidFill>
              <a:srgbClr val="FFFFFF">
                <a:lumMod val="50000"/>
              </a:srgb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4905711"/>
        <c:crosses val="autoZero"/>
        <c:crossBetween val="between"/>
      </c:valAx>
      <c:spPr>
        <a:noFill/>
        <a:ln>
          <a:noFill/>
        </a:ln>
        <a:effectLst/>
      </c:spPr>
    </c:plotArea>
    <c:legend>
      <c:legendPos val="b"/>
      <c:legendEntry>
        <c:idx val="2"/>
        <c:delete val="1"/>
      </c:legendEntry>
      <c:layout>
        <c:manualLayout>
          <c:xMode val="edge"/>
          <c:yMode val="edge"/>
          <c:x val="0.38496372283841257"/>
          <c:y val="0.89838161172432396"/>
          <c:w val="0.22606947738300873"/>
          <c:h val="0.1016183882756760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系列1</c:v>
                </c:pt>
              </c:strCache>
            </c:strRef>
          </c:tx>
          <c:spPr>
            <a:solidFill>
              <a:schemeClr val="accent1"/>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9D2-4DDF-88F4-F44F490E58F1}"/>
            </c:ext>
          </c:extLst>
        </c:ser>
        <c:ser>
          <c:idx val="1"/>
          <c:order val="1"/>
          <c:tx>
            <c:strRef>
              <c:f>Sheet1!$C$1</c:f>
              <c:strCache>
                <c:ptCount val="1"/>
                <c:pt idx="0">
                  <c:v>系列2</c:v>
                </c:pt>
              </c:strCache>
            </c:strRef>
          </c:tx>
          <c:spPr>
            <a:solidFill>
              <a:schemeClr val="accent2"/>
            </a:solidFill>
            <a:ln>
              <a:solidFill>
                <a:schemeClr val="bg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09D2-4DDF-88F4-F44F490E58F1}"/>
            </c:ext>
          </c:extLst>
        </c:ser>
        <c:ser>
          <c:idx val="2"/>
          <c:order val="2"/>
          <c:tx>
            <c:strRef>
              <c:f>Sheet1!$D$1</c:f>
              <c:strCache>
                <c:ptCount val="1"/>
                <c:pt idx="0">
                  <c:v>系列3</c:v>
                </c:pt>
              </c:strCache>
            </c:strRef>
          </c:tx>
          <c:spPr>
            <a:solidFill>
              <a:schemeClr val="accent3"/>
            </a:solidFill>
            <a:ln>
              <a:solidFill>
                <a:schemeClr val="bg1"/>
              </a:solid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类别1</c:v>
                </c:pt>
                <c:pt idx="1">
                  <c:v>类别2</c:v>
                </c:pt>
                <c:pt idx="2">
                  <c:v>类别3</c:v>
                </c:pt>
                <c:pt idx="3">
                  <c:v>类别4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9D2-4DDF-88F4-F44F490E58F1}"/>
            </c:ext>
          </c:extLst>
        </c:ser>
        <c:dLbls>
          <c:dLblPos val="outEnd"/>
          <c:showLegendKey val="0"/>
          <c:showVal val="1"/>
          <c:showCatName val="0"/>
          <c:showSerName val="0"/>
          <c:showPercent val="0"/>
          <c:showBubbleSize val="0"/>
        </c:dLbls>
        <c:gapWidth val="80"/>
        <c:axId val="164905711"/>
        <c:axId val="164906127"/>
      </c:barChart>
      <c:catAx>
        <c:axId val="164905711"/>
        <c:scaling>
          <c:orientation val="minMax"/>
        </c:scaling>
        <c:delete val="0"/>
        <c:axPos val="b"/>
        <c:numFmt formatCode="General" sourceLinked="1"/>
        <c:majorTickMark val="out"/>
        <c:minorTickMark val="none"/>
        <c:tickLblPos val="nextTo"/>
        <c:spPr>
          <a:noFill/>
          <a:ln w="9525" cap="flat" cmpd="sng" algn="ctr">
            <a:solidFill>
              <a:srgbClr val="FFFFFF">
                <a:lumMod val="50000"/>
              </a:srgb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4906127"/>
        <c:crosses val="autoZero"/>
        <c:auto val="1"/>
        <c:lblAlgn val="ctr"/>
        <c:lblOffset val="100"/>
        <c:noMultiLvlLbl val="0"/>
      </c:catAx>
      <c:valAx>
        <c:axId val="164906127"/>
        <c:scaling>
          <c:orientation val="minMax"/>
        </c:scaling>
        <c:delete val="0"/>
        <c:axPos val="l"/>
        <c:numFmt formatCode="General" sourceLinked="1"/>
        <c:majorTickMark val="out"/>
        <c:minorTickMark val="none"/>
        <c:tickLblPos val="nextTo"/>
        <c:spPr>
          <a:noFill/>
          <a:ln>
            <a:solidFill>
              <a:srgbClr val="FFFFFF">
                <a:lumMod val="50000"/>
              </a:srgb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64905711"/>
        <c:crosses val="autoZero"/>
        <c:crossBetween val="between"/>
      </c:valAx>
      <c:spPr>
        <a:noFill/>
        <a:ln>
          <a:solidFill>
            <a:srgbClr val="FFFFFF"/>
          </a:solidFill>
        </a:ln>
        <a:effectLst/>
      </c:spPr>
    </c:plotArea>
    <c:legend>
      <c:legendPos val="b"/>
      <c:layout>
        <c:manualLayout>
          <c:xMode val="edge"/>
          <c:yMode val="edge"/>
          <c:x val="0.16747659667541556"/>
          <c:y val="0.89838181685622631"/>
          <c:w val="0.56870178551624706"/>
          <c:h val="9.451576297031809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spPr>
            <a:ln>
              <a:solidFill>
                <a:schemeClr val="bg1"/>
              </a:solidFill>
            </a:ln>
          </c:spPr>
          <c:dPt>
            <c:idx val="0"/>
            <c:bubble3D val="0"/>
            <c:spPr>
              <a:solidFill>
                <a:schemeClr val="accent1"/>
              </a:solidFill>
              <a:ln>
                <a:solidFill>
                  <a:schemeClr val="bg1"/>
                </a:solidFill>
              </a:ln>
              <a:effectLst/>
            </c:spPr>
            <c:extLst>
              <c:ext xmlns:c16="http://schemas.microsoft.com/office/drawing/2014/chart" uri="{C3380CC4-5D6E-409C-BE32-E72D297353CC}">
                <c16:uniqueId val="{00000001-E432-4034-82CA-0AED5A46E5CC}"/>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E432-4034-82CA-0AED5A46E5CC}"/>
              </c:ext>
            </c:extLst>
          </c:dPt>
          <c:dPt>
            <c:idx val="2"/>
            <c:bubble3D val="0"/>
            <c:spPr>
              <a:solidFill>
                <a:schemeClr val="accent3"/>
              </a:solidFill>
              <a:ln>
                <a:solidFill>
                  <a:schemeClr val="bg1"/>
                </a:solidFill>
              </a:ln>
              <a:effectLst/>
            </c:spPr>
            <c:extLst>
              <c:ext xmlns:c16="http://schemas.microsoft.com/office/drawing/2014/chart" uri="{C3380CC4-5D6E-409C-BE32-E72D297353CC}">
                <c16:uniqueId val="{00000005-E432-4034-82CA-0AED5A46E5CC}"/>
              </c:ext>
            </c:extLst>
          </c:dPt>
          <c:dPt>
            <c:idx val="3"/>
            <c:bubble3D val="0"/>
            <c:spPr>
              <a:solidFill>
                <a:schemeClr val="accent4"/>
              </a:solidFill>
              <a:ln>
                <a:solidFill>
                  <a:schemeClr val="bg1"/>
                </a:solidFill>
              </a:ln>
              <a:effectLst/>
            </c:spPr>
            <c:extLst>
              <c:ext xmlns:c16="http://schemas.microsoft.com/office/drawing/2014/chart" uri="{C3380CC4-5D6E-409C-BE32-E72D297353CC}">
                <c16:uniqueId val="{00000007-E432-4034-82CA-0AED5A46E5CC}"/>
              </c:ext>
            </c:extLst>
          </c:dPt>
          <c:dPt>
            <c:idx val="4"/>
            <c:bubble3D val="0"/>
            <c:spPr>
              <a:solidFill>
                <a:schemeClr val="accent5"/>
              </a:solidFill>
              <a:ln>
                <a:solidFill>
                  <a:schemeClr val="bg1"/>
                </a:solidFill>
              </a:ln>
              <a:effectLst/>
            </c:spPr>
            <c:extLst>
              <c:ext xmlns:c16="http://schemas.microsoft.com/office/drawing/2014/chart" uri="{C3380CC4-5D6E-409C-BE32-E72D297353CC}">
                <c16:uniqueId val="{00000009-E432-4034-82CA-0AED5A46E5CC}"/>
              </c:ext>
            </c:extLst>
          </c:dPt>
          <c:dPt>
            <c:idx val="5"/>
            <c:bubble3D val="0"/>
            <c:spPr>
              <a:solidFill>
                <a:schemeClr val="accent6"/>
              </a:solidFill>
              <a:ln>
                <a:solidFill>
                  <a:schemeClr val="bg1"/>
                </a:solidFill>
              </a:ln>
              <a:effectLst/>
            </c:spPr>
            <c:extLst>
              <c:ext xmlns:c16="http://schemas.microsoft.com/office/drawing/2014/chart" uri="{C3380CC4-5D6E-409C-BE32-E72D297353CC}">
                <c16:uniqueId val="{0000000B-E432-4034-82CA-0AED5A46E5CC}"/>
              </c:ext>
            </c:extLst>
          </c:dPt>
          <c:dPt>
            <c:idx val="6"/>
            <c:bubble3D val="0"/>
            <c:spPr>
              <a:solidFill>
                <a:srgbClr val="A8C3E4"/>
              </a:solidFill>
              <a:ln>
                <a:solidFill>
                  <a:schemeClr val="bg1"/>
                </a:solidFill>
              </a:ln>
              <a:effectLst/>
            </c:spPr>
            <c:extLst>
              <c:ext xmlns:c16="http://schemas.microsoft.com/office/drawing/2014/chart" uri="{C3380CC4-5D6E-409C-BE32-E72D297353CC}">
                <c16:uniqueId val="{0000000D-E432-4034-82CA-0AED5A46E5CC}"/>
              </c:ext>
            </c:extLst>
          </c:dPt>
          <c:dLbls>
            <c:dLbl>
              <c:idx val="0"/>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432-4034-82CA-0AED5A46E5CC}"/>
                </c:ext>
              </c:extLst>
            </c:dLbl>
            <c:dLbl>
              <c:idx val="1"/>
              <c:layout>
                <c:manualLayout>
                  <c:x val="-9.6135416666666668E-2"/>
                  <c:y val="6.7737249544626593E-2"/>
                </c:manualLayout>
              </c:layout>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3-E432-4034-82CA-0AED5A46E5CC}"/>
                </c:ext>
              </c:extLst>
            </c:dLbl>
            <c:dLbl>
              <c:idx val="2"/>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E432-4034-82CA-0AED5A46E5CC}"/>
                </c:ext>
              </c:extLst>
            </c:dLbl>
            <c:dLbl>
              <c:idx val="3"/>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E432-4034-82CA-0AED5A46E5CC}"/>
                </c:ext>
              </c:extLst>
            </c:dLbl>
            <c:dLbl>
              <c:idx val="4"/>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E432-4034-82CA-0AED5A46E5CC}"/>
                </c:ext>
              </c:extLst>
            </c:dLbl>
            <c:dLbl>
              <c:idx val="5"/>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E432-4034-82CA-0AED5A46E5CC}"/>
                </c:ext>
              </c:extLst>
            </c:dLbl>
            <c:dLbl>
              <c:idx val="6"/>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E432-4034-82CA-0AED5A46E5CC}"/>
                </c:ext>
              </c:extLst>
            </c:dLbl>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eparator>
</c:separator>
            <c:showLeaderLines val="0"/>
            <c:extLst>
              <c:ext xmlns:c15="http://schemas.microsoft.com/office/drawing/2012/chart" uri="{CE6537A1-D6FC-4f65-9D91-7224C49458BB}"/>
            </c:extLst>
          </c:dLbls>
          <c:cat>
            <c:strRef>
              <c:f>Sheet1!$A$2:$A$8</c:f>
              <c:strCache>
                <c:ptCount val="7"/>
                <c:pt idx="0">
                  <c:v>类别1</c:v>
                </c:pt>
                <c:pt idx="1">
                  <c:v>类别2</c:v>
                </c:pt>
                <c:pt idx="2">
                  <c:v>类别3</c:v>
                </c:pt>
                <c:pt idx="3">
                  <c:v>类别4</c:v>
                </c:pt>
                <c:pt idx="4">
                  <c:v>类别5</c:v>
                </c:pt>
                <c:pt idx="5">
                  <c:v>类别6</c:v>
                </c:pt>
                <c:pt idx="6">
                  <c:v>类别7</c:v>
                </c:pt>
              </c:strCache>
            </c:strRef>
          </c:cat>
          <c:val>
            <c:numRef>
              <c:f>Sheet1!$B$2:$B$8</c:f>
              <c:numCache>
                <c:formatCode>General</c:formatCode>
                <c:ptCount val="7"/>
                <c:pt idx="0">
                  <c:v>4.3</c:v>
                </c:pt>
                <c:pt idx="1">
                  <c:v>2.5</c:v>
                </c:pt>
                <c:pt idx="2">
                  <c:v>3.5</c:v>
                </c:pt>
                <c:pt idx="3">
                  <c:v>4.5</c:v>
                </c:pt>
                <c:pt idx="4">
                  <c:v>2</c:v>
                </c:pt>
                <c:pt idx="5">
                  <c:v>6</c:v>
                </c:pt>
                <c:pt idx="6">
                  <c:v>6</c:v>
                </c:pt>
              </c:numCache>
            </c:numRef>
          </c:val>
          <c:extLst>
            <c:ext xmlns:c16="http://schemas.microsoft.com/office/drawing/2014/chart" uri="{C3380CC4-5D6E-409C-BE32-E72D297353CC}">
              <c16:uniqueId val="{0000000E-E432-4034-82CA-0AED5A46E5CC}"/>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spPr>
            <a:ln>
              <a:solidFill>
                <a:schemeClr val="bg1"/>
              </a:solidFill>
            </a:ln>
          </c:spPr>
          <c:dPt>
            <c:idx val="0"/>
            <c:bubble3D val="0"/>
            <c:spPr>
              <a:solidFill>
                <a:schemeClr val="accent1"/>
              </a:solidFill>
              <a:ln>
                <a:solidFill>
                  <a:schemeClr val="bg1"/>
                </a:solidFill>
              </a:ln>
              <a:effectLst/>
            </c:spPr>
            <c:extLst>
              <c:ext xmlns:c16="http://schemas.microsoft.com/office/drawing/2014/chart" uri="{C3380CC4-5D6E-409C-BE32-E72D297353CC}">
                <c16:uniqueId val="{00000001-A75E-436F-8150-3DD2EFA07C51}"/>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A75E-436F-8150-3DD2EFA07C51}"/>
              </c:ext>
            </c:extLst>
          </c:dPt>
          <c:dPt>
            <c:idx val="2"/>
            <c:bubble3D val="0"/>
            <c:spPr>
              <a:solidFill>
                <a:schemeClr val="accent3"/>
              </a:solidFill>
              <a:ln>
                <a:solidFill>
                  <a:schemeClr val="bg1"/>
                </a:solidFill>
              </a:ln>
              <a:effectLst/>
            </c:spPr>
            <c:extLst>
              <c:ext xmlns:c16="http://schemas.microsoft.com/office/drawing/2014/chart" uri="{C3380CC4-5D6E-409C-BE32-E72D297353CC}">
                <c16:uniqueId val="{00000005-A75E-436F-8150-3DD2EFA07C51}"/>
              </c:ext>
            </c:extLst>
          </c:dPt>
          <c:dPt>
            <c:idx val="3"/>
            <c:bubble3D val="0"/>
            <c:spPr>
              <a:solidFill>
                <a:schemeClr val="accent4"/>
              </a:solidFill>
              <a:ln>
                <a:solidFill>
                  <a:schemeClr val="bg1"/>
                </a:solidFill>
              </a:ln>
              <a:effectLst/>
            </c:spPr>
            <c:extLst>
              <c:ext xmlns:c16="http://schemas.microsoft.com/office/drawing/2014/chart" uri="{C3380CC4-5D6E-409C-BE32-E72D297353CC}">
                <c16:uniqueId val="{00000007-A75E-436F-8150-3DD2EFA07C51}"/>
              </c:ext>
            </c:extLst>
          </c:dPt>
          <c:dPt>
            <c:idx val="4"/>
            <c:bubble3D val="0"/>
            <c:spPr>
              <a:solidFill>
                <a:schemeClr val="accent5"/>
              </a:solidFill>
              <a:ln>
                <a:solidFill>
                  <a:schemeClr val="bg1"/>
                </a:solidFill>
              </a:ln>
              <a:effectLst/>
            </c:spPr>
            <c:extLst>
              <c:ext xmlns:c16="http://schemas.microsoft.com/office/drawing/2014/chart" uri="{C3380CC4-5D6E-409C-BE32-E72D297353CC}">
                <c16:uniqueId val="{00000009-A75E-436F-8150-3DD2EFA07C51}"/>
              </c:ext>
            </c:extLst>
          </c:dPt>
          <c:dPt>
            <c:idx val="5"/>
            <c:bubble3D val="0"/>
            <c:spPr>
              <a:solidFill>
                <a:schemeClr val="accent6"/>
              </a:solidFill>
              <a:ln>
                <a:solidFill>
                  <a:schemeClr val="bg1"/>
                </a:solidFill>
              </a:ln>
              <a:effectLst/>
            </c:spPr>
            <c:extLst>
              <c:ext xmlns:c16="http://schemas.microsoft.com/office/drawing/2014/chart" uri="{C3380CC4-5D6E-409C-BE32-E72D297353CC}">
                <c16:uniqueId val="{0000000B-A75E-436F-8150-3DD2EFA07C51}"/>
              </c:ext>
            </c:extLst>
          </c:dPt>
          <c:dPt>
            <c:idx val="6"/>
            <c:bubble3D val="0"/>
            <c:spPr>
              <a:solidFill>
                <a:schemeClr val="bg2"/>
              </a:solidFill>
              <a:ln>
                <a:solidFill>
                  <a:schemeClr val="bg1"/>
                </a:solidFill>
              </a:ln>
              <a:effectLst/>
            </c:spPr>
            <c:extLst>
              <c:ext xmlns:c16="http://schemas.microsoft.com/office/drawing/2014/chart" uri="{C3380CC4-5D6E-409C-BE32-E72D297353CC}">
                <c16:uniqueId val="{0000000D-A75E-436F-8150-3DD2EFA07C51}"/>
              </c:ext>
            </c:extLst>
          </c:dPt>
          <c:dPt>
            <c:idx val="7"/>
            <c:bubble3D val="0"/>
            <c:spPr>
              <a:solidFill>
                <a:schemeClr val="accent3">
                  <a:lumMod val="20000"/>
                  <a:lumOff val="80000"/>
                </a:schemeClr>
              </a:solidFill>
              <a:ln>
                <a:solidFill>
                  <a:schemeClr val="bg1"/>
                </a:solidFill>
              </a:ln>
              <a:effectLst/>
            </c:spPr>
            <c:extLst>
              <c:ext xmlns:c16="http://schemas.microsoft.com/office/drawing/2014/chart" uri="{C3380CC4-5D6E-409C-BE32-E72D297353CC}">
                <c16:uniqueId val="{0000000F-A75E-436F-8150-3DD2EFA07C51}"/>
              </c:ext>
            </c:extLst>
          </c:dPt>
          <c:dPt>
            <c:idx val="8"/>
            <c:bubble3D val="0"/>
            <c:spPr>
              <a:solidFill>
                <a:schemeClr val="accent3">
                  <a:lumMod val="60000"/>
                </a:schemeClr>
              </a:solidFill>
              <a:ln>
                <a:solidFill>
                  <a:schemeClr val="bg1"/>
                </a:solidFill>
              </a:ln>
              <a:effectLst/>
            </c:spPr>
            <c:extLst>
              <c:ext xmlns:c16="http://schemas.microsoft.com/office/drawing/2014/chart" uri="{C3380CC4-5D6E-409C-BE32-E72D297353CC}">
                <c16:uniqueId val="{00000011-A75E-436F-8150-3DD2EFA07C51}"/>
              </c:ext>
            </c:extLst>
          </c:dPt>
          <c:dLbls>
            <c:dLbl>
              <c:idx val="0"/>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1-A75E-436F-8150-3DD2EFA07C51}"/>
                </c:ext>
              </c:extLst>
            </c:dLbl>
            <c:dLbl>
              <c:idx val="1"/>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3-A75E-436F-8150-3DD2EFA07C51}"/>
                </c:ext>
              </c:extLst>
            </c:dLbl>
            <c:dLbl>
              <c:idx val="2"/>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5-A75E-436F-8150-3DD2EFA07C51}"/>
                </c:ext>
              </c:extLst>
            </c:dLbl>
            <c:dLbl>
              <c:idx val="3"/>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7-A75E-436F-8150-3DD2EFA07C51}"/>
                </c:ext>
              </c:extLst>
            </c:dLbl>
            <c:dLbl>
              <c:idx val="4"/>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9-A75E-436F-8150-3DD2EFA07C51}"/>
                </c:ext>
              </c:extLst>
            </c:dLbl>
            <c:dLbl>
              <c:idx val="5"/>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B-A75E-436F-8150-3DD2EFA07C51}"/>
                </c:ext>
              </c:extLst>
            </c:dLbl>
            <c:dLbl>
              <c:idx val="6"/>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D-A75E-436F-8150-3DD2EFA07C51}"/>
                </c:ext>
              </c:extLst>
            </c:dLbl>
            <c:dLbl>
              <c:idx val="7"/>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F-A75E-436F-8150-3DD2EFA07C51}"/>
                </c:ext>
              </c:extLst>
            </c:dLbl>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Sheet1!$A$2:$A$9</c:f>
              <c:strCache>
                <c:ptCount val="8"/>
                <c:pt idx="0">
                  <c:v>类别1</c:v>
                </c:pt>
                <c:pt idx="1">
                  <c:v>类别2</c:v>
                </c:pt>
                <c:pt idx="2">
                  <c:v>类别3</c:v>
                </c:pt>
                <c:pt idx="3">
                  <c:v>类别4</c:v>
                </c:pt>
                <c:pt idx="4">
                  <c:v>类别5</c:v>
                </c:pt>
                <c:pt idx="5">
                  <c:v>类别6</c:v>
                </c:pt>
                <c:pt idx="6">
                  <c:v>类别7</c:v>
                </c:pt>
                <c:pt idx="7">
                  <c:v>类别8</c:v>
                </c:pt>
              </c:strCache>
            </c:strRef>
          </c:cat>
          <c:val>
            <c:numRef>
              <c:f>Sheet1!$B$2:$B$9</c:f>
              <c:numCache>
                <c:formatCode>General</c:formatCode>
                <c:ptCount val="8"/>
                <c:pt idx="0">
                  <c:v>4.3</c:v>
                </c:pt>
                <c:pt idx="1">
                  <c:v>2.5</c:v>
                </c:pt>
                <c:pt idx="2">
                  <c:v>3.5</c:v>
                </c:pt>
                <c:pt idx="3">
                  <c:v>4.5</c:v>
                </c:pt>
                <c:pt idx="4">
                  <c:v>2</c:v>
                </c:pt>
                <c:pt idx="5">
                  <c:v>6</c:v>
                </c:pt>
                <c:pt idx="6">
                  <c:v>6</c:v>
                </c:pt>
                <c:pt idx="7">
                  <c:v>8</c:v>
                </c:pt>
              </c:numCache>
            </c:numRef>
          </c:val>
          <c:extLst>
            <c:ext xmlns:c16="http://schemas.microsoft.com/office/drawing/2014/chart" uri="{C3380CC4-5D6E-409C-BE32-E72D297353CC}">
              <c16:uniqueId val="{00000012-A75E-436F-8150-3DD2EFA07C51}"/>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63361894199844737"/>
          <c:y val="0.24593257319688455"/>
          <c:w val="0.24525429743817234"/>
          <c:h val="0.54961588783476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3137806365753577"/>
          <c:y val="0.12768509894901089"/>
          <c:w val="0.3539611844294111"/>
          <c:h val="0.74462980210197827"/>
        </c:manualLayout>
      </c:layout>
      <c:pieChart>
        <c:varyColors val="1"/>
        <c:ser>
          <c:idx val="0"/>
          <c:order val="0"/>
          <c:tx>
            <c:strRef>
              <c:f>Sheet1!$B$1</c:f>
              <c:strCache>
                <c:ptCount val="1"/>
                <c:pt idx="0">
                  <c:v>Series 1</c:v>
                </c:pt>
              </c:strCache>
            </c:strRef>
          </c:tx>
          <c:spPr>
            <a:ln>
              <a:solidFill>
                <a:schemeClr val="bg1"/>
              </a:solidFill>
            </a:ln>
          </c:spPr>
          <c:dPt>
            <c:idx val="0"/>
            <c:bubble3D val="0"/>
            <c:spPr>
              <a:solidFill>
                <a:schemeClr val="accent1"/>
              </a:solidFill>
              <a:ln>
                <a:solidFill>
                  <a:schemeClr val="bg1"/>
                </a:solidFill>
              </a:ln>
              <a:effectLst/>
            </c:spPr>
            <c:extLst>
              <c:ext xmlns:c16="http://schemas.microsoft.com/office/drawing/2014/chart" uri="{C3380CC4-5D6E-409C-BE32-E72D297353CC}">
                <c16:uniqueId val="{00000001-56D2-429A-A299-94CD194EC4A6}"/>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56D2-429A-A299-94CD194EC4A6}"/>
              </c:ext>
            </c:extLst>
          </c:dPt>
          <c:dPt>
            <c:idx val="2"/>
            <c:bubble3D val="0"/>
            <c:spPr>
              <a:solidFill>
                <a:schemeClr val="accent3"/>
              </a:solidFill>
              <a:ln>
                <a:solidFill>
                  <a:schemeClr val="bg1"/>
                </a:solidFill>
              </a:ln>
              <a:effectLst/>
            </c:spPr>
            <c:extLst>
              <c:ext xmlns:c16="http://schemas.microsoft.com/office/drawing/2014/chart" uri="{C3380CC4-5D6E-409C-BE32-E72D297353CC}">
                <c16:uniqueId val="{00000005-56D2-429A-A299-94CD194EC4A6}"/>
              </c:ext>
            </c:extLst>
          </c:dPt>
          <c:dPt>
            <c:idx val="3"/>
            <c:bubble3D val="0"/>
            <c:spPr>
              <a:solidFill>
                <a:schemeClr val="accent4"/>
              </a:solidFill>
              <a:ln>
                <a:solidFill>
                  <a:schemeClr val="bg1"/>
                </a:solidFill>
              </a:ln>
              <a:effectLst/>
            </c:spPr>
            <c:extLst>
              <c:ext xmlns:c16="http://schemas.microsoft.com/office/drawing/2014/chart" uri="{C3380CC4-5D6E-409C-BE32-E72D297353CC}">
                <c16:uniqueId val="{00000007-56D2-429A-A299-94CD194EC4A6}"/>
              </c:ext>
            </c:extLst>
          </c:dPt>
          <c:dPt>
            <c:idx val="4"/>
            <c:bubble3D val="0"/>
            <c:spPr>
              <a:solidFill>
                <a:schemeClr val="accent5"/>
              </a:solidFill>
              <a:ln>
                <a:solidFill>
                  <a:schemeClr val="bg1"/>
                </a:solidFill>
              </a:ln>
              <a:effectLst/>
            </c:spPr>
            <c:extLst>
              <c:ext xmlns:c16="http://schemas.microsoft.com/office/drawing/2014/chart" uri="{C3380CC4-5D6E-409C-BE32-E72D297353CC}">
                <c16:uniqueId val="{00000009-56D2-429A-A299-94CD194EC4A6}"/>
              </c:ext>
            </c:extLst>
          </c:dPt>
          <c:dPt>
            <c:idx val="5"/>
            <c:bubble3D val="0"/>
            <c:spPr>
              <a:solidFill>
                <a:schemeClr val="accent6"/>
              </a:solidFill>
              <a:ln>
                <a:solidFill>
                  <a:schemeClr val="bg1"/>
                </a:solidFill>
              </a:ln>
              <a:effectLst/>
            </c:spPr>
            <c:extLst>
              <c:ext xmlns:c16="http://schemas.microsoft.com/office/drawing/2014/chart" uri="{C3380CC4-5D6E-409C-BE32-E72D297353CC}">
                <c16:uniqueId val="{0000000B-56D2-429A-A299-94CD194EC4A6}"/>
              </c:ext>
            </c:extLst>
          </c:dPt>
          <c:dPt>
            <c:idx val="6"/>
            <c:bubble3D val="0"/>
            <c:spPr>
              <a:solidFill>
                <a:schemeClr val="bg2"/>
              </a:solidFill>
              <a:ln>
                <a:solidFill>
                  <a:schemeClr val="bg1"/>
                </a:solidFill>
              </a:ln>
              <a:effectLst/>
            </c:spPr>
            <c:extLst>
              <c:ext xmlns:c16="http://schemas.microsoft.com/office/drawing/2014/chart" uri="{C3380CC4-5D6E-409C-BE32-E72D297353CC}">
                <c16:uniqueId val="{0000000D-56D2-429A-A299-94CD194EC4A6}"/>
              </c:ext>
            </c:extLst>
          </c:dPt>
          <c:dPt>
            <c:idx val="7"/>
            <c:bubble3D val="0"/>
            <c:spPr>
              <a:solidFill>
                <a:schemeClr val="accent3">
                  <a:lumMod val="20000"/>
                  <a:lumOff val="80000"/>
                </a:schemeClr>
              </a:solidFill>
              <a:ln>
                <a:solidFill>
                  <a:schemeClr val="bg1"/>
                </a:solidFill>
              </a:ln>
              <a:effectLst/>
            </c:spPr>
            <c:extLst>
              <c:ext xmlns:c16="http://schemas.microsoft.com/office/drawing/2014/chart" uri="{C3380CC4-5D6E-409C-BE32-E72D297353CC}">
                <c16:uniqueId val="{0000000F-56D2-429A-A299-94CD194EC4A6}"/>
              </c:ext>
            </c:extLst>
          </c:dPt>
          <c:dPt>
            <c:idx val="8"/>
            <c:bubble3D val="0"/>
            <c:spPr>
              <a:solidFill>
                <a:schemeClr val="tx2"/>
              </a:solidFill>
              <a:ln>
                <a:solidFill>
                  <a:schemeClr val="bg1"/>
                </a:solidFill>
              </a:ln>
              <a:effectLst/>
            </c:spPr>
            <c:extLst>
              <c:ext xmlns:c16="http://schemas.microsoft.com/office/drawing/2014/chart" uri="{C3380CC4-5D6E-409C-BE32-E72D297353CC}">
                <c16:uniqueId val="{00000011-56D2-429A-A299-94CD194EC4A6}"/>
              </c:ext>
            </c:extLst>
          </c:dPt>
          <c:dLbls>
            <c:dLbl>
              <c:idx val="0"/>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1-56D2-429A-A299-94CD194EC4A6}"/>
                </c:ext>
              </c:extLst>
            </c:dLbl>
            <c:dLbl>
              <c:idx val="1"/>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3-56D2-429A-A299-94CD194EC4A6}"/>
                </c:ext>
              </c:extLst>
            </c:dLbl>
            <c:dLbl>
              <c:idx val="2"/>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5-56D2-429A-A299-94CD194EC4A6}"/>
                </c:ext>
              </c:extLst>
            </c:dLbl>
            <c:dLbl>
              <c:idx val="3"/>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7-56D2-429A-A299-94CD194EC4A6}"/>
                </c:ext>
              </c:extLst>
            </c:dLbl>
            <c:dLbl>
              <c:idx val="4"/>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9-56D2-429A-A299-94CD194EC4A6}"/>
                </c:ext>
              </c:extLst>
            </c:dLbl>
            <c:dLbl>
              <c:idx val="5"/>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B-56D2-429A-A299-94CD194EC4A6}"/>
                </c:ext>
              </c:extLst>
            </c:dLbl>
            <c:dLbl>
              <c:idx val="6"/>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D-56D2-429A-A299-94CD194EC4A6}"/>
                </c:ext>
              </c:extLst>
            </c:dLbl>
            <c:dLbl>
              <c:idx val="7"/>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0F-56D2-429A-A299-94CD194EC4A6}"/>
                </c:ext>
              </c:extLst>
            </c:dLbl>
            <c:dLbl>
              <c:idx val="8"/>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extLst>
                <c:ext xmlns:c16="http://schemas.microsoft.com/office/drawing/2014/chart" uri="{C3380CC4-5D6E-409C-BE32-E72D297353CC}">
                  <c16:uniqueId val="{00000011-56D2-429A-A299-94CD194EC4A6}"/>
                </c:ext>
              </c:extLst>
            </c:dLbl>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0"/>
            <c:extLst>
              <c:ext xmlns:c15="http://schemas.microsoft.com/office/drawing/2012/chart" uri="{CE6537A1-D6FC-4f65-9D91-7224C49458BB}"/>
            </c:extLst>
          </c:dLbls>
          <c:cat>
            <c:strRef>
              <c:f>Sheet1!$A$2:$A$10</c:f>
              <c:strCache>
                <c:ptCount val="9"/>
                <c:pt idx="0">
                  <c:v>类别1</c:v>
                </c:pt>
                <c:pt idx="1">
                  <c:v>类别2</c:v>
                </c:pt>
                <c:pt idx="2">
                  <c:v>类别3</c:v>
                </c:pt>
                <c:pt idx="3">
                  <c:v>类别4</c:v>
                </c:pt>
                <c:pt idx="4">
                  <c:v>类别5</c:v>
                </c:pt>
                <c:pt idx="5">
                  <c:v>类别6</c:v>
                </c:pt>
                <c:pt idx="6">
                  <c:v>类别7</c:v>
                </c:pt>
                <c:pt idx="7">
                  <c:v>类别8</c:v>
                </c:pt>
                <c:pt idx="8">
                  <c:v>类别9</c:v>
                </c:pt>
              </c:strCache>
            </c:strRef>
          </c:cat>
          <c:val>
            <c:numRef>
              <c:f>Sheet1!$B$2:$B$10</c:f>
              <c:numCache>
                <c:formatCode>General</c:formatCode>
                <c:ptCount val="9"/>
                <c:pt idx="0">
                  <c:v>4.3</c:v>
                </c:pt>
                <c:pt idx="1">
                  <c:v>2.5</c:v>
                </c:pt>
                <c:pt idx="2">
                  <c:v>3.5</c:v>
                </c:pt>
                <c:pt idx="3">
                  <c:v>4.5</c:v>
                </c:pt>
                <c:pt idx="4">
                  <c:v>2</c:v>
                </c:pt>
                <c:pt idx="5">
                  <c:v>6</c:v>
                </c:pt>
                <c:pt idx="6">
                  <c:v>6</c:v>
                </c:pt>
                <c:pt idx="7">
                  <c:v>8</c:v>
                </c:pt>
                <c:pt idx="8">
                  <c:v>8</c:v>
                </c:pt>
              </c:numCache>
            </c:numRef>
          </c:val>
          <c:extLst>
            <c:ext xmlns:c16="http://schemas.microsoft.com/office/drawing/2014/chart" uri="{C3380CC4-5D6E-409C-BE32-E72D297353CC}">
              <c16:uniqueId val="{00000012-56D2-429A-A299-94CD194EC4A6}"/>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63361894199844737"/>
          <c:y val="0.24593257319688455"/>
          <c:w val="0.24525429743817234"/>
          <c:h val="0.5496158878347683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Series 1</c:v>
                </c:pt>
              </c:strCache>
            </c:strRef>
          </c:tx>
          <c:spPr>
            <a:ln>
              <a:solidFill>
                <a:schemeClr val="bg1"/>
              </a:solidFill>
            </a:ln>
          </c:spPr>
          <c:dPt>
            <c:idx val="0"/>
            <c:bubble3D val="0"/>
            <c:spPr>
              <a:solidFill>
                <a:schemeClr val="accent1"/>
              </a:solidFill>
              <a:ln>
                <a:solidFill>
                  <a:schemeClr val="bg1"/>
                </a:solidFill>
              </a:ln>
              <a:effectLst/>
            </c:spPr>
            <c:extLst>
              <c:ext xmlns:c16="http://schemas.microsoft.com/office/drawing/2014/chart" uri="{C3380CC4-5D6E-409C-BE32-E72D297353CC}">
                <c16:uniqueId val="{00000001-6CB4-4BE5-BEA6-317EDBE43805}"/>
              </c:ext>
            </c:extLst>
          </c:dPt>
          <c:dPt>
            <c:idx val="1"/>
            <c:bubble3D val="0"/>
            <c:spPr>
              <a:solidFill>
                <a:schemeClr val="accent2"/>
              </a:solidFill>
              <a:ln>
                <a:solidFill>
                  <a:schemeClr val="bg1"/>
                </a:solidFill>
              </a:ln>
              <a:effectLst/>
            </c:spPr>
            <c:extLst>
              <c:ext xmlns:c16="http://schemas.microsoft.com/office/drawing/2014/chart" uri="{C3380CC4-5D6E-409C-BE32-E72D297353CC}">
                <c16:uniqueId val="{00000003-6CB4-4BE5-BEA6-317EDBE43805}"/>
              </c:ext>
            </c:extLst>
          </c:dPt>
          <c:dPt>
            <c:idx val="2"/>
            <c:bubble3D val="0"/>
            <c:spPr>
              <a:solidFill>
                <a:schemeClr val="accent3"/>
              </a:solidFill>
              <a:ln>
                <a:solidFill>
                  <a:schemeClr val="bg1"/>
                </a:solidFill>
              </a:ln>
              <a:effectLst/>
            </c:spPr>
            <c:extLst>
              <c:ext xmlns:c16="http://schemas.microsoft.com/office/drawing/2014/chart" uri="{C3380CC4-5D6E-409C-BE32-E72D297353CC}">
                <c16:uniqueId val="{00000005-6CB4-4BE5-BEA6-317EDBE43805}"/>
              </c:ext>
            </c:extLst>
          </c:dPt>
          <c:dPt>
            <c:idx val="3"/>
            <c:bubble3D val="0"/>
            <c:spPr>
              <a:solidFill>
                <a:schemeClr val="accent4"/>
              </a:solidFill>
              <a:ln>
                <a:solidFill>
                  <a:schemeClr val="bg1"/>
                </a:solidFill>
              </a:ln>
              <a:effectLst/>
            </c:spPr>
            <c:extLst>
              <c:ext xmlns:c16="http://schemas.microsoft.com/office/drawing/2014/chart" uri="{C3380CC4-5D6E-409C-BE32-E72D297353CC}">
                <c16:uniqueId val="{00000007-6CB4-4BE5-BEA6-317EDBE43805}"/>
              </c:ext>
            </c:extLst>
          </c:dPt>
          <c:dPt>
            <c:idx val="4"/>
            <c:bubble3D val="0"/>
            <c:spPr>
              <a:solidFill>
                <a:schemeClr val="accent5"/>
              </a:solidFill>
              <a:ln>
                <a:solidFill>
                  <a:schemeClr val="bg1"/>
                </a:solidFill>
              </a:ln>
              <a:effectLst/>
            </c:spPr>
            <c:extLst>
              <c:ext xmlns:c16="http://schemas.microsoft.com/office/drawing/2014/chart" uri="{C3380CC4-5D6E-409C-BE32-E72D297353CC}">
                <c16:uniqueId val="{00000009-6CB4-4BE5-BEA6-317EDBE43805}"/>
              </c:ext>
            </c:extLst>
          </c:dPt>
          <c:dLbls>
            <c:dLbl>
              <c:idx val="4"/>
              <c:layout>
                <c:manualLayout>
                  <c:x val="5.7894781137696832E-2"/>
                  <c:y val="0.14602683306404449"/>
                </c:manualLayout>
              </c:layout>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9-6CB4-4BE5-BEA6-317EDBE43805}"/>
                </c:ext>
              </c:extLst>
            </c:dLbl>
            <c:numFmt formatCode="0.0%" sourceLinked="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showLegendKey val="0"/>
            <c:showVal val="1"/>
            <c:showCatName val="1"/>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类别1</c:v>
                </c:pt>
                <c:pt idx="1">
                  <c:v>类别2</c:v>
                </c:pt>
                <c:pt idx="2">
                  <c:v>类别3</c:v>
                </c:pt>
                <c:pt idx="3">
                  <c:v>类别4</c:v>
                </c:pt>
                <c:pt idx="4">
                  <c:v>类别5</c:v>
                </c:pt>
              </c:strCache>
            </c:strRef>
          </c:cat>
          <c:val>
            <c:numRef>
              <c:f>Sheet1!$B$2:$B$6</c:f>
              <c:numCache>
                <c:formatCode>0.0_ </c:formatCode>
                <c:ptCount val="5"/>
                <c:pt idx="0">
                  <c:v>4.3</c:v>
                </c:pt>
                <c:pt idx="1">
                  <c:v>2.5</c:v>
                </c:pt>
                <c:pt idx="2">
                  <c:v>3.5</c:v>
                </c:pt>
                <c:pt idx="3">
                  <c:v>4.5</c:v>
                </c:pt>
                <c:pt idx="4">
                  <c:v>2</c:v>
                </c:pt>
              </c:numCache>
            </c:numRef>
          </c:val>
          <c:extLst>
            <c:ext xmlns:c16="http://schemas.microsoft.com/office/drawing/2014/chart" uri="{C3380CC4-5D6E-409C-BE32-E72D297353CC}">
              <c16:uniqueId val="{0000000A-6CB4-4BE5-BEA6-317EDBE43805}"/>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w="9525" cap="flat" cmpd="sng" algn="ctr">
      <a:noFill/>
      <a:round/>
    </a:ln>
    <a:effectLst/>
  </c:spPr>
  <c:txPr>
    <a:bodyPr/>
    <a:lstStyle/>
    <a:p>
      <a:pPr>
        <a:defRPr sz="9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50824" cy="49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t" anchorCtr="0" compatLnSpc="1">
            <a:prstTxWarp prst="textNoShape">
              <a:avLst/>
            </a:prstTxWarp>
          </a:bodyPr>
          <a:lstStyle>
            <a:lvl1pPr defTabSz="918542">
              <a:defRPr sz="1200" b="0">
                <a:solidFill>
                  <a:schemeClr val="tx1"/>
                </a:solidFill>
                <a:latin typeface="Times New Roman" pitchFamily="18" charset="0"/>
              </a:defRPr>
            </a:lvl1pPr>
          </a:lstStyle>
          <a:p>
            <a:endParaRPr lang="en-US" altLang="zh-TW"/>
          </a:p>
        </p:txBody>
      </p:sp>
      <p:sp>
        <p:nvSpPr>
          <p:cNvPr id="22531" name="Rectangle 3"/>
          <p:cNvSpPr>
            <a:spLocks noGrp="1" noChangeArrowheads="1"/>
          </p:cNvSpPr>
          <p:nvPr>
            <p:ph type="dt" sz="quarter" idx="1"/>
          </p:nvPr>
        </p:nvSpPr>
        <p:spPr bwMode="auto">
          <a:xfrm>
            <a:off x="3854790" y="0"/>
            <a:ext cx="2950823" cy="49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t" anchorCtr="0" compatLnSpc="1">
            <a:prstTxWarp prst="textNoShape">
              <a:avLst/>
            </a:prstTxWarp>
          </a:bodyPr>
          <a:lstStyle>
            <a:lvl1pPr algn="r" defTabSz="918542">
              <a:defRPr sz="1200" b="0">
                <a:solidFill>
                  <a:schemeClr val="tx1"/>
                </a:solidFill>
                <a:latin typeface="Times New Roman" pitchFamily="18" charset="0"/>
              </a:defRPr>
            </a:lvl1pPr>
          </a:lstStyle>
          <a:p>
            <a:endParaRPr lang="en-US" altLang="zh-TW"/>
          </a:p>
        </p:txBody>
      </p:sp>
      <p:sp>
        <p:nvSpPr>
          <p:cNvPr id="22532" name="Rectangle 4"/>
          <p:cNvSpPr>
            <a:spLocks noGrp="1" noChangeArrowheads="1"/>
          </p:cNvSpPr>
          <p:nvPr>
            <p:ph type="ftr" sz="quarter" idx="2"/>
          </p:nvPr>
        </p:nvSpPr>
        <p:spPr bwMode="auto">
          <a:xfrm>
            <a:off x="0" y="9444452"/>
            <a:ext cx="2950824" cy="49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b" anchorCtr="0" compatLnSpc="1">
            <a:prstTxWarp prst="textNoShape">
              <a:avLst/>
            </a:prstTxWarp>
          </a:bodyPr>
          <a:lstStyle>
            <a:lvl1pPr defTabSz="918542">
              <a:defRPr sz="1200" b="0">
                <a:solidFill>
                  <a:schemeClr val="tx1"/>
                </a:solidFill>
                <a:latin typeface="Times New Roman" pitchFamily="18" charset="0"/>
              </a:defRPr>
            </a:lvl1pPr>
          </a:lstStyle>
          <a:p>
            <a:endParaRPr lang="en-US" altLang="zh-TW"/>
          </a:p>
        </p:txBody>
      </p:sp>
      <p:sp>
        <p:nvSpPr>
          <p:cNvPr id="22533" name="Rectangle 5"/>
          <p:cNvSpPr>
            <a:spLocks noGrp="1" noChangeArrowheads="1"/>
          </p:cNvSpPr>
          <p:nvPr>
            <p:ph type="sldNum" sz="quarter" idx="3"/>
          </p:nvPr>
        </p:nvSpPr>
        <p:spPr bwMode="auto">
          <a:xfrm>
            <a:off x="3854790" y="9444452"/>
            <a:ext cx="2950823" cy="49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b" anchorCtr="0" compatLnSpc="1">
            <a:prstTxWarp prst="textNoShape">
              <a:avLst/>
            </a:prstTxWarp>
          </a:bodyPr>
          <a:lstStyle>
            <a:lvl1pPr algn="r" defTabSz="918542">
              <a:defRPr sz="1200" b="0">
                <a:solidFill>
                  <a:schemeClr val="tx1"/>
                </a:solidFill>
                <a:latin typeface="Times New Roman" pitchFamily="18" charset="0"/>
              </a:defRPr>
            </a:lvl1pPr>
          </a:lstStyle>
          <a:p>
            <a:fld id="{46EEC155-0B12-403A-8BED-423E4CF85F47}" type="slidenum">
              <a:rPr lang="zh-TW" altLang="en-US"/>
              <a:pPr/>
              <a:t>‹#›</a:t>
            </a:fld>
            <a:endParaRPr lang="en-US" altLang="zh-TW"/>
          </a:p>
        </p:txBody>
      </p:sp>
    </p:spTree>
    <p:extLst>
      <p:ext uri="{BB962C8B-B14F-4D97-AF65-F5344CB8AC3E}">
        <p14:creationId xmlns:p14="http://schemas.microsoft.com/office/powerpoint/2010/main" val="199974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50824" cy="49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t" anchorCtr="0" compatLnSpc="1">
            <a:prstTxWarp prst="textNoShape">
              <a:avLst/>
            </a:prstTxWarp>
          </a:bodyPr>
          <a:lstStyle>
            <a:lvl1pPr defTabSz="918542">
              <a:defRPr sz="1200" b="0">
                <a:solidFill>
                  <a:schemeClr val="tx1"/>
                </a:solidFill>
                <a:latin typeface="Times New Roman" pitchFamily="18" charset="0"/>
              </a:defRPr>
            </a:lvl1pPr>
          </a:lstStyle>
          <a:p>
            <a:endParaRPr lang="en-US" altLang="zh-TW"/>
          </a:p>
        </p:txBody>
      </p:sp>
      <p:sp>
        <p:nvSpPr>
          <p:cNvPr id="9219" name="Rectangle 3"/>
          <p:cNvSpPr>
            <a:spLocks noGrp="1" noChangeArrowheads="1"/>
          </p:cNvSpPr>
          <p:nvPr>
            <p:ph type="dt" idx="1"/>
          </p:nvPr>
        </p:nvSpPr>
        <p:spPr bwMode="auto">
          <a:xfrm>
            <a:off x="3854790" y="0"/>
            <a:ext cx="2950823" cy="49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t" anchorCtr="0" compatLnSpc="1">
            <a:prstTxWarp prst="textNoShape">
              <a:avLst/>
            </a:prstTxWarp>
          </a:bodyPr>
          <a:lstStyle>
            <a:lvl1pPr algn="r" defTabSz="918542">
              <a:defRPr sz="1200" b="0">
                <a:solidFill>
                  <a:schemeClr val="tx1"/>
                </a:solidFill>
                <a:latin typeface="Times New Roman" pitchFamily="18" charset="0"/>
              </a:defRPr>
            </a:lvl1pPr>
          </a:lstStyle>
          <a:p>
            <a:endParaRPr lang="en-US" altLang="zh-TW"/>
          </a:p>
        </p:txBody>
      </p:sp>
      <p:sp>
        <p:nvSpPr>
          <p:cNvPr id="9220" name="Rectangle 4"/>
          <p:cNvSpPr>
            <a:spLocks noGrp="1" noRot="1" noChangeAspect="1" noChangeArrowheads="1" noTextEdit="1"/>
          </p:cNvSpPr>
          <p:nvPr>
            <p:ph type="sldImg" idx="2"/>
          </p:nvPr>
        </p:nvSpPr>
        <p:spPr bwMode="auto">
          <a:xfrm>
            <a:off x="87313" y="746125"/>
            <a:ext cx="6630987" cy="372903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21" name="Rectangle 5"/>
          <p:cNvSpPr>
            <a:spLocks noGrp="1" noChangeArrowheads="1"/>
          </p:cNvSpPr>
          <p:nvPr>
            <p:ph type="body" sz="quarter" idx="3"/>
          </p:nvPr>
        </p:nvSpPr>
        <p:spPr bwMode="auto">
          <a:xfrm>
            <a:off x="907009" y="4722226"/>
            <a:ext cx="4991595" cy="4470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9222" name="Rectangle 6"/>
          <p:cNvSpPr>
            <a:spLocks noGrp="1" noChangeArrowheads="1"/>
          </p:cNvSpPr>
          <p:nvPr>
            <p:ph type="ftr" sz="quarter" idx="4"/>
          </p:nvPr>
        </p:nvSpPr>
        <p:spPr bwMode="auto">
          <a:xfrm>
            <a:off x="0" y="9444452"/>
            <a:ext cx="2950824" cy="49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b" anchorCtr="0" compatLnSpc="1">
            <a:prstTxWarp prst="textNoShape">
              <a:avLst/>
            </a:prstTxWarp>
          </a:bodyPr>
          <a:lstStyle>
            <a:lvl1pPr defTabSz="918542">
              <a:defRPr sz="1200" b="0">
                <a:solidFill>
                  <a:schemeClr val="tx1"/>
                </a:solidFill>
                <a:latin typeface="Times New Roman" pitchFamily="18" charset="0"/>
              </a:defRPr>
            </a:lvl1pPr>
          </a:lstStyle>
          <a:p>
            <a:endParaRPr lang="en-US" altLang="zh-TW"/>
          </a:p>
        </p:txBody>
      </p:sp>
      <p:sp>
        <p:nvSpPr>
          <p:cNvPr id="9223" name="Rectangle 7"/>
          <p:cNvSpPr>
            <a:spLocks noGrp="1" noChangeArrowheads="1"/>
          </p:cNvSpPr>
          <p:nvPr>
            <p:ph type="sldNum" sz="quarter" idx="5"/>
          </p:nvPr>
        </p:nvSpPr>
        <p:spPr bwMode="auto">
          <a:xfrm>
            <a:off x="3854790" y="9444452"/>
            <a:ext cx="2950823" cy="494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886" tIns="45944" rIns="91886" bIns="45944" numCol="1" anchor="b" anchorCtr="0" compatLnSpc="1">
            <a:prstTxWarp prst="textNoShape">
              <a:avLst/>
            </a:prstTxWarp>
          </a:bodyPr>
          <a:lstStyle>
            <a:lvl1pPr algn="r" defTabSz="918542">
              <a:defRPr sz="1200" b="0">
                <a:solidFill>
                  <a:schemeClr val="tx1"/>
                </a:solidFill>
                <a:latin typeface="Times New Roman" pitchFamily="18" charset="0"/>
              </a:defRPr>
            </a:lvl1pPr>
          </a:lstStyle>
          <a:p>
            <a:fld id="{8D8134C9-8EB6-4078-81EA-7C93B06F6E00}" type="slidenum">
              <a:rPr lang="zh-TW" altLang="en-US"/>
              <a:pPr/>
              <a:t>‹#›</a:t>
            </a:fld>
            <a:endParaRPr lang="en-US" altLang="zh-TW"/>
          </a:p>
        </p:txBody>
      </p:sp>
    </p:spTree>
    <p:extLst>
      <p:ext uri="{BB962C8B-B14F-4D97-AF65-F5344CB8AC3E}">
        <p14:creationId xmlns:p14="http://schemas.microsoft.com/office/powerpoint/2010/main" val="176090002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新細明體" pitchFamily="18" charset="-120"/>
        <a:cs typeface="+mn-cs"/>
      </a:defRPr>
    </a:lvl1pPr>
    <a:lvl2pPr marL="457200" algn="l" rtl="0" fontAlgn="base">
      <a:spcBef>
        <a:spcPct val="30000"/>
      </a:spcBef>
      <a:spcAft>
        <a:spcPct val="0"/>
      </a:spcAft>
      <a:defRPr sz="1200" kern="1200">
        <a:solidFill>
          <a:schemeClr val="tx1"/>
        </a:solidFill>
        <a:latin typeface="Times New Roman" pitchFamily="18" charset="0"/>
        <a:ea typeface="新細明體" pitchFamily="18" charset="-120"/>
        <a:cs typeface="+mn-cs"/>
      </a:defRPr>
    </a:lvl2pPr>
    <a:lvl3pPr marL="914400" algn="l" rtl="0" fontAlgn="base">
      <a:spcBef>
        <a:spcPct val="30000"/>
      </a:spcBef>
      <a:spcAft>
        <a:spcPct val="0"/>
      </a:spcAft>
      <a:defRPr sz="1200" kern="1200">
        <a:solidFill>
          <a:schemeClr val="tx1"/>
        </a:solidFill>
        <a:latin typeface="Times New Roman" pitchFamily="18" charset="0"/>
        <a:ea typeface="新細明體" pitchFamily="18" charset="-120"/>
        <a:cs typeface="+mn-cs"/>
      </a:defRPr>
    </a:lvl3pPr>
    <a:lvl4pPr marL="1371600" algn="l" rtl="0" fontAlgn="base">
      <a:spcBef>
        <a:spcPct val="30000"/>
      </a:spcBef>
      <a:spcAft>
        <a:spcPct val="0"/>
      </a:spcAft>
      <a:defRPr sz="1200" kern="1200">
        <a:solidFill>
          <a:schemeClr val="tx1"/>
        </a:solidFill>
        <a:latin typeface="Times New Roman" pitchFamily="18" charset="0"/>
        <a:ea typeface="新細明體" pitchFamily="18" charset="-120"/>
        <a:cs typeface="+mn-cs"/>
      </a:defRPr>
    </a:lvl4pPr>
    <a:lvl5pPr marL="1828800" algn="l" rtl="0" fontAlgn="base">
      <a:spcBef>
        <a:spcPct val="30000"/>
      </a:spcBef>
      <a:spcAft>
        <a:spcPct val="0"/>
      </a:spcAft>
      <a:defRPr sz="12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71D9CB-5162-4F28-9E8D-D8C60777B7DC}" type="slidenum">
              <a:rPr lang="zh-TW" altLang="en-US"/>
              <a:pPr/>
              <a:t>1</a:t>
            </a:fld>
            <a:endParaRPr lang="en-US" altLang="zh-TW"/>
          </a:p>
        </p:txBody>
      </p:sp>
      <p:sp>
        <p:nvSpPr>
          <p:cNvPr id="314370" name="Rectangle 2"/>
          <p:cNvSpPr>
            <a:spLocks noGrp="1" noRot="1" noChangeAspect="1" noChangeArrowheads="1" noTextEdit="1"/>
          </p:cNvSpPr>
          <p:nvPr>
            <p:ph type="sldImg"/>
          </p:nvPr>
        </p:nvSpPr>
        <p:spPr>
          <a:xfrm>
            <a:off x="87313" y="746125"/>
            <a:ext cx="6630987" cy="3729038"/>
          </a:xfrm>
          <a:ln/>
        </p:spPr>
      </p:sp>
      <p:sp>
        <p:nvSpPr>
          <p:cNvPr id="31437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70A8AF-FD6D-43D1-B89E-02F7280BA0CE}" type="slidenum">
              <a:rPr lang="zh-TW" altLang="en-US"/>
              <a:pPr/>
              <a:t>2</a:t>
            </a:fld>
            <a:endParaRPr lang="en-US" altLang="zh-TW"/>
          </a:p>
        </p:txBody>
      </p:sp>
      <p:sp>
        <p:nvSpPr>
          <p:cNvPr id="318466" name="Rectangle 2"/>
          <p:cNvSpPr>
            <a:spLocks noGrp="1" noRot="1" noChangeAspect="1" noChangeArrowheads="1" noTextEdit="1"/>
          </p:cNvSpPr>
          <p:nvPr>
            <p:ph type="sldImg"/>
          </p:nvPr>
        </p:nvSpPr>
        <p:spPr>
          <a:xfrm>
            <a:off x="90488" y="746125"/>
            <a:ext cx="6637337" cy="3733800"/>
          </a:xfrm>
          <a:ln/>
        </p:spPr>
      </p:sp>
      <p:sp>
        <p:nvSpPr>
          <p:cNvPr id="318467" name="Rectangle 3"/>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1423399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BB4CD-DFC9-4A3B-55C9-553290404DC0}"/>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59675C62-0B66-220A-ED5F-00FBC0EC1C35}"/>
              </a:ext>
            </a:extLst>
          </p:cNvPr>
          <p:cNvSpPr>
            <a:spLocks noGrp="1" noChangeArrowheads="1"/>
          </p:cNvSpPr>
          <p:nvPr>
            <p:ph type="sldNum" sz="quarter" idx="5"/>
          </p:nvPr>
        </p:nvSpPr>
        <p:spPr>
          <a:ln/>
        </p:spPr>
        <p:txBody>
          <a:bodyPr/>
          <a:lstStyle/>
          <a:p>
            <a:fld id="{2E70A8AF-FD6D-43D1-B89E-02F7280BA0CE}" type="slidenum">
              <a:rPr lang="zh-TW" altLang="en-US"/>
              <a:pPr/>
              <a:t>4</a:t>
            </a:fld>
            <a:endParaRPr lang="en-US" altLang="zh-TW"/>
          </a:p>
        </p:txBody>
      </p:sp>
      <p:sp>
        <p:nvSpPr>
          <p:cNvPr id="318466" name="Rectangle 2">
            <a:extLst>
              <a:ext uri="{FF2B5EF4-FFF2-40B4-BE49-F238E27FC236}">
                <a16:creationId xmlns:a16="http://schemas.microsoft.com/office/drawing/2014/main" id="{28B71447-75B1-79C7-BFD4-519BA40A9159}"/>
              </a:ext>
            </a:extLst>
          </p:cNvPr>
          <p:cNvSpPr>
            <a:spLocks noGrp="1" noRot="1" noChangeAspect="1" noChangeArrowheads="1" noTextEdit="1"/>
          </p:cNvSpPr>
          <p:nvPr>
            <p:ph type="sldImg"/>
          </p:nvPr>
        </p:nvSpPr>
        <p:spPr>
          <a:xfrm>
            <a:off x="90488" y="746125"/>
            <a:ext cx="6637337" cy="3733800"/>
          </a:xfrm>
          <a:ln/>
        </p:spPr>
      </p:sp>
      <p:sp>
        <p:nvSpPr>
          <p:cNvPr id="318467" name="Rectangle 3">
            <a:extLst>
              <a:ext uri="{FF2B5EF4-FFF2-40B4-BE49-F238E27FC236}">
                <a16:creationId xmlns:a16="http://schemas.microsoft.com/office/drawing/2014/main" id="{DD769137-DE25-395F-B10A-B4EDCFE2B121}"/>
              </a:ext>
            </a:extLst>
          </p:cNvPr>
          <p:cNvSpPr>
            <a:spLocks noGrp="1" noChangeArrowheads="1"/>
          </p:cNvSpPr>
          <p:nvPr>
            <p:ph type="body" idx="1"/>
          </p:nvPr>
        </p:nvSpPr>
        <p:spPr/>
        <p:txBody>
          <a:bodyPr/>
          <a:lstStyle/>
          <a:p>
            <a:endParaRPr lang="en-GB"/>
          </a:p>
        </p:txBody>
      </p:sp>
    </p:spTree>
    <p:extLst>
      <p:ext uri="{BB962C8B-B14F-4D97-AF65-F5344CB8AC3E}">
        <p14:creationId xmlns:p14="http://schemas.microsoft.com/office/powerpoint/2010/main" val="3964132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B42A9-3EFE-207A-A1CC-B4469A5FDA49}"/>
            </a:ext>
          </a:extLst>
        </p:cNvPr>
        <p:cNvGrpSpPr/>
        <p:nvPr/>
      </p:nvGrpSpPr>
      <p:grpSpPr>
        <a:xfrm>
          <a:off x="0" y="0"/>
          <a:ext cx="0" cy="0"/>
          <a:chOff x="0" y="0"/>
          <a:chExt cx="0" cy="0"/>
        </a:xfrm>
      </p:grpSpPr>
      <p:sp>
        <p:nvSpPr>
          <p:cNvPr id="133122" name="Rectangle 7">
            <a:extLst>
              <a:ext uri="{FF2B5EF4-FFF2-40B4-BE49-F238E27FC236}">
                <a16:creationId xmlns:a16="http://schemas.microsoft.com/office/drawing/2014/main" id="{0D8357F2-DEA8-CDF9-F989-4B26AB955220}"/>
              </a:ext>
            </a:extLst>
          </p:cNvPr>
          <p:cNvSpPr>
            <a:spLocks noGrp="1" noChangeArrowheads="1"/>
          </p:cNvSpPr>
          <p:nvPr>
            <p:ph type="sldNum" sz="quarter" idx="5"/>
          </p:nvPr>
        </p:nvSpPr>
        <p:spPr>
          <a:noFill/>
        </p:spPr>
        <p:txBody>
          <a:bodyPr/>
          <a:lstStyle>
            <a:lvl1pPr defTabSz="915045">
              <a:defRPr sz="2300" b="1">
                <a:solidFill>
                  <a:srgbClr val="000066"/>
                </a:solidFill>
                <a:latin typeface="Verdana" pitchFamily="34" charset="0"/>
                <a:ea typeface="新細明體" pitchFamily="18" charset="-120"/>
              </a:defRPr>
            </a:lvl1pPr>
            <a:lvl2pPr marL="718525" indent="-276356" defTabSz="915045">
              <a:defRPr sz="2300" b="1">
                <a:solidFill>
                  <a:srgbClr val="000066"/>
                </a:solidFill>
                <a:latin typeface="Verdana" pitchFamily="34" charset="0"/>
                <a:ea typeface="新細明體" pitchFamily="18" charset="-120"/>
              </a:defRPr>
            </a:lvl2pPr>
            <a:lvl3pPr marL="1105421" indent="-221085" defTabSz="915045">
              <a:defRPr sz="2300" b="1">
                <a:solidFill>
                  <a:srgbClr val="000066"/>
                </a:solidFill>
                <a:latin typeface="Verdana" pitchFamily="34" charset="0"/>
                <a:ea typeface="新細明體" pitchFamily="18" charset="-120"/>
              </a:defRPr>
            </a:lvl3pPr>
            <a:lvl4pPr marL="1547590" indent="-221085" defTabSz="915045">
              <a:defRPr sz="2300" b="1">
                <a:solidFill>
                  <a:srgbClr val="000066"/>
                </a:solidFill>
                <a:latin typeface="Verdana" pitchFamily="34" charset="0"/>
                <a:ea typeface="新細明體" pitchFamily="18" charset="-120"/>
              </a:defRPr>
            </a:lvl4pPr>
            <a:lvl5pPr marL="1989758" indent="-221085" defTabSz="915045">
              <a:defRPr sz="2300" b="1">
                <a:solidFill>
                  <a:srgbClr val="000066"/>
                </a:solidFill>
                <a:latin typeface="Verdana" pitchFamily="34" charset="0"/>
                <a:ea typeface="新細明體" pitchFamily="18" charset="-120"/>
              </a:defRPr>
            </a:lvl5pPr>
            <a:lvl6pPr marL="2431929" indent="-221085" defTabSz="915045" eaLnBrk="0" fontAlgn="base" hangingPunct="0">
              <a:spcBef>
                <a:spcPct val="0"/>
              </a:spcBef>
              <a:spcAft>
                <a:spcPct val="0"/>
              </a:spcAft>
              <a:defRPr sz="2300" b="1">
                <a:solidFill>
                  <a:srgbClr val="000066"/>
                </a:solidFill>
                <a:latin typeface="Verdana" pitchFamily="34" charset="0"/>
                <a:ea typeface="新細明體" pitchFamily="18" charset="-120"/>
              </a:defRPr>
            </a:lvl6pPr>
            <a:lvl7pPr marL="2874097" indent="-221085" defTabSz="915045" eaLnBrk="0" fontAlgn="base" hangingPunct="0">
              <a:spcBef>
                <a:spcPct val="0"/>
              </a:spcBef>
              <a:spcAft>
                <a:spcPct val="0"/>
              </a:spcAft>
              <a:defRPr sz="2300" b="1">
                <a:solidFill>
                  <a:srgbClr val="000066"/>
                </a:solidFill>
                <a:latin typeface="Verdana" pitchFamily="34" charset="0"/>
                <a:ea typeface="新細明體" pitchFamily="18" charset="-120"/>
              </a:defRPr>
            </a:lvl7pPr>
            <a:lvl8pPr marL="3316265" indent="-221085" defTabSz="915045" eaLnBrk="0" fontAlgn="base" hangingPunct="0">
              <a:spcBef>
                <a:spcPct val="0"/>
              </a:spcBef>
              <a:spcAft>
                <a:spcPct val="0"/>
              </a:spcAft>
              <a:defRPr sz="2300" b="1">
                <a:solidFill>
                  <a:srgbClr val="000066"/>
                </a:solidFill>
                <a:latin typeface="Verdana" pitchFamily="34" charset="0"/>
                <a:ea typeface="新細明體" pitchFamily="18" charset="-120"/>
              </a:defRPr>
            </a:lvl8pPr>
            <a:lvl9pPr marL="3758435" indent="-221085" defTabSz="915045" eaLnBrk="0" fontAlgn="base" hangingPunct="0">
              <a:spcBef>
                <a:spcPct val="0"/>
              </a:spcBef>
              <a:spcAft>
                <a:spcPct val="0"/>
              </a:spcAft>
              <a:defRPr sz="2300" b="1">
                <a:solidFill>
                  <a:srgbClr val="000066"/>
                </a:solidFill>
                <a:latin typeface="Verdana" pitchFamily="34" charset="0"/>
                <a:ea typeface="新細明體" pitchFamily="18" charset="-120"/>
              </a:defRPr>
            </a:lvl9pPr>
          </a:lstStyle>
          <a:p>
            <a:fld id="{5027FAA6-A3AC-4D09-9E10-57F957A6767D}" type="slidenum">
              <a:rPr lang="zh-TW" altLang="en-US" sz="1000" b="0">
                <a:solidFill>
                  <a:schemeClr val="tx1"/>
                </a:solidFill>
                <a:latin typeface="Times New Roman" pitchFamily="18" charset="0"/>
              </a:rPr>
              <a:pPr/>
              <a:t>17</a:t>
            </a:fld>
            <a:endParaRPr lang="en-US" altLang="zh-TW" sz="1000" b="0">
              <a:solidFill>
                <a:schemeClr val="tx1"/>
              </a:solidFill>
              <a:latin typeface="Times New Roman" pitchFamily="18" charset="0"/>
            </a:endParaRPr>
          </a:p>
        </p:txBody>
      </p:sp>
      <p:sp>
        <p:nvSpPr>
          <p:cNvPr id="133123" name="Rectangle 7">
            <a:extLst>
              <a:ext uri="{FF2B5EF4-FFF2-40B4-BE49-F238E27FC236}">
                <a16:creationId xmlns:a16="http://schemas.microsoft.com/office/drawing/2014/main" id="{F968B937-76A3-FE56-D11D-C33B4E404132}"/>
              </a:ext>
            </a:extLst>
          </p:cNvPr>
          <p:cNvSpPr txBox="1">
            <a:spLocks noGrp="1" noChangeArrowheads="1"/>
          </p:cNvSpPr>
          <p:nvPr/>
        </p:nvSpPr>
        <p:spPr bwMode="auto">
          <a:xfrm>
            <a:off x="4150205" y="9133394"/>
            <a:ext cx="3176962" cy="477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537" tIns="47269" rIns="94537" bIns="47269" anchor="b"/>
          <a:lstStyle>
            <a:lvl1pPr defTabSz="950913">
              <a:defRPr sz="2400" b="1">
                <a:solidFill>
                  <a:srgbClr val="000066"/>
                </a:solidFill>
                <a:latin typeface="Verdana" pitchFamily="34" charset="0"/>
                <a:ea typeface="新細明體" pitchFamily="18" charset="-120"/>
              </a:defRPr>
            </a:lvl1pPr>
            <a:lvl2pPr marL="742950" indent="-285750" defTabSz="950913">
              <a:defRPr sz="2400" b="1">
                <a:solidFill>
                  <a:srgbClr val="000066"/>
                </a:solidFill>
                <a:latin typeface="Verdana" pitchFamily="34" charset="0"/>
                <a:ea typeface="新細明體" pitchFamily="18" charset="-120"/>
              </a:defRPr>
            </a:lvl2pPr>
            <a:lvl3pPr marL="1143000" indent="-228600" defTabSz="950913">
              <a:defRPr sz="2400" b="1">
                <a:solidFill>
                  <a:srgbClr val="000066"/>
                </a:solidFill>
                <a:latin typeface="Verdana" pitchFamily="34" charset="0"/>
                <a:ea typeface="新細明體" pitchFamily="18" charset="-120"/>
              </a:defRPr>
            </a:lvl3pPr>
            <a:lvl4pPr marL="1600200" indent="-228600" defTabSz="950913">
              <a:defRPr sz="2400" b="1">
                <a:solidFill>
                  <a:srgbClr val="000066"/>
                </a:solidFill>
                <a:latin typeface="Verdana" pitchFamily="34" charset="0"/>
                <a:ea typeface="新細明體" pitchFamily="18" charset="-120"/>
              </a:defRPr>
            </a:lvl4pPr>
            <a:lvl5pPr marL="2057400" indent="-228600" defTabSz="950913">
              <a:defRPr sz="2400" b="1">
                <a:solidFill>
                  <a:srgbClr val="000066"/>
                </a:solidFill>
                <a:latin typeface="Verdana" pitchFamily="34" charset="0"/>
                <a:ea typeface="新細明體" pitchFamily="18" charset="-120"/>
              </a:defRPr>
            </a:lvl5pPr>
            <a:lvl6pPr marL="2514600" indent="-228600" defTabSz="950913" eaLnBrk="0" fontAlgn="base" hangingPunct="0">
              <a:spcBef>
                <a:spcPct val="0"/>
              </a:spcBef>
              <a:spcAft>
                <a:spcPct val="0"/>
              </a:spcAft>
              <a:defRPr sz="2400" b="1">
                <a:solidFill>
                  <a:srgbClr val="000066"/>
                </a:solidFill>
                <a:latin typeface="Verdana" pitchFamily="34" charset="0"/>
                <a:ea typeface="新細明體" pitchFamily="18" charset="-120"/>
              </a:defRPr>
            </a:lvl6pPr>
            <a:lvl7pPr marL="2971800" indent="-228600" defTabSz="950913" eaLnBrk="0" fontAlgn="base" hangingPunct="0">
              <a:spcBef>
                <a:spcPct val="0"/>
              </a:spcBef>
              <a:spcAft>
                <a:spcPct val="0"/>
              </a:spcAft>
              <a:defRPr sz="2400" b="1">
                <a:solidFill>
                  <a:srgbClr val="000066"/>
                </a:solidFill>
                <a:latin typeface="Verdana" pitchFamily="34" charset="0"/>
                <a:ea typeface="新細明體" pitchFamily="18" charset="-120"/>
              </a:defRPr>
            </a:lvl7pPr>
            <a:lvl8pPr marL="3429000" indent="-228600" defTabSz="950913" eaLnBrk="0" fontAlgn="base" hangingPunct="0">
              <a:spcBef>
                <a:spcPct val="0"/>
              </a:spcBef>
              <a:spcAft>
                <a:spcPct val="0"/>
              </a:spcAft>
              <a:defRPr sz="2400" b="1">
                <a:solidFill>
                  <a:srgbClr val="000066"/>
                </a:solidFill>
                <a:latin typeface="Verdana" pitchFamily="34" charset="0"/>
                <a:ea typeface="新細明體" pitchFamily="18" charset="-120"/>
              </a:defRPr>
            </a:lvl8pPr>
            <a:lvl9pPr marL="3886200" indent="-228600" defTabSz="950913" eaLnBrk="0" fontAlgn="base" hangingPunct="0">
              <a:spcBef>
                <a:spcPct val="0"/>
              </a:spcBef>
              <a:spcAft>
                <a:spcPct val="0"/>
              </a:spcAft>
              <a:defRPr sz="2400" b="1">
                <a:solidFill>
                  <a:srgbClr val="000066"/>
                </a:solidFill>
                <a:latin typeface="Verdana" pitchFamily="34" charset="0"/>
                <a:ea typeface="新細明體" pitchFamily="18" charset="-120"/>
              </a:defRPr>
            </a:lvl9pPr>
          </a:lstStyle>
          <a:p>
            <a:pPr algn="r"/>
            <a:fld id="{5D2350D0-1F7F-4D68-B274-090F82BFB99C}" type="slidenum">
              <a:rPr lang="zh-TW" altLang="en-US" sz="1100" b="0">
                <a:solidFill>
                  <a:schemeClr val="tx1"/>
                </a:solidFill>
                <a:latin typeface="Times New Roman" pitchFamily="18" charset="0"/>
              </a:rPr>
              <a:pPr algn="r"/>
              <a:t>17</a:t>
            </a:fld>
            <a:endParaRPr lang="en-US" altLang="zh-TW" sz="1100" b="0">
              <a:solidFill>
                <a:schemeClr val="tx1"/>
              </a:solidFill>
              <a:latin typeface="Times New Roman" pitchFamily="18" charset="0"/>
            </a:endParaRPr>
          </a:p>
        </p:txBody>
      </p:sp>
      <p:sp>
        <p:nvSpPr>
          <p:cNvPr id="133124" name="Rectangle 2">
            <a:extLst>
              <a:ext uri="{FF2B5EF4-FFF2-40B4-BE49-F238E27FC236}">
                <a16:creationId xmlns:a16="http://schemas.microsoft.com/office/drawing/2014/main" id="{F9AB11B0-B043-33BD-F406-8B2DAB86A59C}"/>
              </a:ext>
            </a:extLst>
          </p:cNvPr>
          <p:cNvSpPr>
            <a:spLocks noGrp="1" noRot="1" noChangeAspect="1" noChangeArrowheads="1" noTextEdit="1"/>
          </p:cNvSpPr>
          <p:nvPr>
            <p:ph type="sldImg"/>
          </p:nvPr>
        </p:nvSpPr>
        <p:spPr>
          <a:xfrm>
            <a:off x="457200" y="720725"/>
            <a:ext cx="6411913" cy="3606800"/>
          </a:xfrm>
          <a:ln/>
        </p:spPr>
      </p:sp>
      <p:sp>
        <p:nvSpPr>
          <p:cNvPr id="133125" name="Rectangle 3">
            <a:extLst>
              <a:ext uri="{FF2B5EF4-FFF2-40B4-BE49-F238E27FC236}">
                <a16:creationId xmlns:a16="http://schemas.microsoft.com/office/drawing/2014/main" id="{C36D28B7-92B9-79C6-CB04-72CAAD88F2C1}"/>
              </a:ext>
            </a:extLst>
          </p:cNvPr>
          <p:cNvSpPr>
            <a:spLocks noGrp="1" noChangeArrowheads="1"/>
          </p:cNvSpPr>
          <p:nvPr>
            <p:ph type="body" idx="1"/>
          </p:nvPr>
        </p:nvSpPr>
        <p:spPr>
          <a:noFill/>
        </p:spPr>
        <p:txBody>
          <a:bodyPr lIns="94537" tIns="47269" rIns="94537" bIns="47269"/>
          <a:lstStyle/>
          <a:p>
            <a:pPr eaLnBrk="1" hangingPunct="1"/>
            <a:endParaRPr lang="en-GB">
              <a:ea typeface="新細明體" pitchFamily="18" charset="-120"/>
            </a:endParaRPr>
          </a:p>
        </p:txBody>
      </p:sp>
    </p:spTree>
    <p:extLst>
      <p:ext uri="{BB962C8B-B14F-4D97-AF65-F5344CB8AC3E}">
        <p14:creationId xmlns:p14="http://schemas.microsoft.com/office/powerpoint/2010/main" val="2254735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B42A9-3EFE-207A-A1CC-B4469A5FDA49}"/>
            </a:ext>
          </a:extLst>
        </p:cNvPr>
        <p:cNvGrpSpPr/>
        <p:nvPr/>
      </p:nvGrpSpPr>
      <p:grpSpPr>
        <a:xfrm>
          <a:off x="0" y="0"/>
          <a:ext cx="0" cy="0"/>
          <a:chOff x="0" y="0"/>
          <a:chExt cx="0" cy="0"/>
        </a:xfrm>
      </p:grpSpPr>
      <p:sp>
        <p:nvSpPr>
          <p:cNvPr id="133122" name="Rectangle 7">
            <a:extLst>
              <a:ext uri="{FF2B5EF4-FFF2-40B4-BE49-F238E27FC236}">
                <a16:creationId xmlns:a16="http://schemas.microsoft.com/office/drawing/2014/main" id="{0D8357F2-DEA8-CDF9-F989-4B26AB955220}"/>
              </a:ext>
            </a:extLst>
          </p:cNvPr>
          <p:cNvSpPr>
            <a:spLocks noGrp="1" noChangeArrowheads="1"/>
          </p:cNvSpPr>
          <p:nvPr>
            <p:ph type="sldNum" sz="quarter" idx="5"/>
          </p:nvPr>
        </p:nvSpPr>
        <p:spPr>
          <a:noFill/>
        </p:spPr>
        <p:txBody>
          <a:bodyPr/>
          <a:lstStyle>
            <a:lvl1pPr defTabSz="915045">
              <a:defRPr sz="2300" b="1">
                <a:solidFill>
                  <a:srgbClr val="000066"/>
                </a:solidFill>
                <a:latin typeface="Verdana" pitchFamily="34" charset="0"/>
                <a:ea typeface="新細明體" pitchFamily="18" charset="-120"/>
              </a:defRPr>
            </a:lvl1pPr>
            <a:lvl2pPr marL="718525" indent="-276356" defTabSz="915045">
              <a:defRPr sz="2300" b="1">
                <a:solidFill>
                  <a:srgbClr val="000066"/>
                </a:solidFill>
                <a:latin typeface="Verdana" pitchFamily="34" charset="0"/>
                <a:ea typeface="新細明體" pitchFamily="18" charset="-120"/>
              </a:defRPr>
            </a:lvl2pPr>
            <a:lvl3pPr marL="1105421" indent="-221085" defTabSz="915045">
              <a:defRPr sz="2300" b="1">
                <a:solidFill>
                  <a:srgbClr val="000066"/>
                </a:solidFill>
                <a:latin typeface="Verdana" pitchFamily="34" charset="0"/>
                <a:ea typeface="新細明體" pitchFamily="18" charset="-120"/>
              </a:defRPr>
            </a:lvl3pPr>
            <a:lvl4pPr marL="1547590" indent="-221085" defTabSz="915045">
              <a:defRPr sz="2300" b="1">
                <a:solidFill>
                  <a:srgbClr val="000066"/>
                </a:solidFill>
                <a:latin typeface="Verdana" pitchFamily="34" charset="0"/>
                <a:ea typeface="新細明體" pitchFamily="18" charset="-120"/>
              </a:defRPr>
            </a:lvl4pPr>
            <a:lvl5pPr marL="1989758" indent="-221085" defTabSz="915045">
              <a:defRPr sz="2300" b="1">
                <a:solidFill>
                  <a:srgbClr val="000066"/>
                </a:solidFill>
                <a:latin typeface="Verdana" pitchFamily="34" charset="0"/>
                <a:ea typeface="新細明體" pitchFamily="18" charset="-120"/>
              </a:defRPr>
            </a:lvl5pPr>
            <a:lvl6pPr marL="2431929" indent="-221085" defTabSz="915045" eaLnBrk="0" fontAlgn="base" hangingPunct="0">
              <a:spcBef>
                <a:spcPct val="0"/>
              </a:spcBef>
              <a:spcAft>
                <a:spcPct val="0"/>
              </a:spcAft>
              <a:defRPr sz="2300" b="1">
                <a:solidFill>
                  <a:srgbClr val="000066"/>
                </a:solidFill>
                <a:latin typeface="Verdana" pitchFamily="34" charset="0"/>
                <a:ea typeface="新細明體" pitchFamily="18" charset="-120"/>
              </a:defRPr>
            </a:lvl6pPr>
            <a:lvl7pPr marL="2874097" indent="-221085" defTabSz="915045" eaLnBrk="0" fontAlgn="base" hangingPunct="0">
              <a:spcBef>
                <a:spcPct val="0"/>
              </a:spcBef>
              <a:spcAft>
                <a:spcPct val="0"/>
              </a:spcAft>
              <a:defRPr sz="2300" b="1">
                <a:solidFill>
                  <a:srgbClr val="000066"/>
                </a:solidFill>
                <a:latin typeface="Verdana" pitchFamily="34" charset="0"/>
                <a:ea typeface="新細明體" pitchFamily="18" charset="-120"/>
              </a:defRPr>
            </a:lvl7pPr>
            <a:lvl8pPr marL="3316265" indent="-221085" defTabSz="915045" eaLnBrk="0" fontAlgn="base" hangingPunct="0">
              <a:spcBef>
                <a:spcPct val="0"/>
              </a:spcBef>
              <a:spcAft>
                <a:spcPct val="0"/>
              </a:spcAft>
              <a:defRPr sz="2300" b="1">
                <a:solidFill>
                  <a:srgbClr val="000066"/>
                </a:solidFill>
                <a:latin typeface="Verdana" pitchFamily="34" charset="0"/>
                <a:ea typeface="新細明體" pitchFamily="18" charset="-120"/>
              </a:defRPr>
            </a:lvl8pPr>
            <a:lvl9pPr marL="3758435" indent="-221085" defTabSz="915045" eaLnBrk="0" fontAlgn="base" hangingPunct="0">
              <a:spcBef>
                <a:spcPct val="0"/>
              </a:spcBef>
              <a:spcAft>
                <a:spcPct val="0"/>
              </a:spcAft>
              <a:defRPr sz="2300" b="1">
                <a:solidFill>
                  <a:srgbClr val="000066"/>
                </a:solidFill>
                <a:latin typeface="Verdana" pitchFamily="34" charset="0"/>
                <a:ea typeface="新細明體" pitchFamily="18" charset="-120"/>
              </a:defRPr>
            </a:lvl9pPr>
          </a:lstStyle>
          <a:p>
            <a:fld id="{5027FAA6-A3AC-4D09-9E10-57F957A6767D}" type="slidenum">
              <a:rPr lang="zh-TW" altLang="en-US" sz="1000" b="0">
                <a:solidFill>
                  <a:schemeClr val="tx1"/>
                </a:solidFill>
                <a:latin typeface="Times New Roman" pitchFamily="18" charset="0"/>
              </a:rPr>
              <a:pPr/>
              <a:t>18</a:t>
            </a:fld>
            <a:endParaRPr lang="en-US" altLang="zh-TW" sz="1000" b="0">
              <a:solidFill>
                <a:schemeClr val="tx1"/>
              </a:solidFill>
              <a:latin typeface="Times New Roman" pitchFamily="18" charset="0"/>
            </a:endParaRPr>
          </a:p>
        </p:txBody>
      </p:sp>
      <p:sp>
        <p:nvSpPr>
          <p:cNvPr id="133123" name="Rectangle 7">
            <a:extLst>
              <a:ext uri="{FF2B5EF4-FFF2-40B4-BE49-F238E27FC236}">
                <a16:creationId xmlns:a16="http://schemas.microsoft.com/office/drawing/2014/main" id="{F968B937-76A3-FE56-D11D-C33B4E404132}"/>
              </a:ext>
            </a:extLst>
          </p:cNvPr>
          <p:cNvSpPr txBox="1">
            <a:spLocks noGrp="1" noChangeArrowheads="1"/>
          </p:cNvSpPr>
          <p:nvPr/>
        </p:nvSpPr>
        <p:spPr bwMode="auto">
          <a:xfrm>
            <a:off x="4150205" y="9133394"/>
            <a:ext cx="3176962" cy="477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537" tIns="47269" rIns="94537" bIns="47269" anchor="b"/>
          <a:lstStyle>
            <a:lvl1pPr defTabSz="950913">
              <a:defRPr sz="2400" b="1">
                <a:solidFill>
                  <a:srgbClr val="000066"/>
                </a:solidFill>
                <a:latin typeface="Verdana" pitchFamily="34" charset="0"/>
                <a:ea typeface="新細明體" pitchFamily="18" charset="-120"/>
              </a:defRPr>
            </a:lvl1pPr>
            <a:lvl2pPr marL="742950" indent="-285750" defTabSz="950913">
              <a:defRPr sz="2400" b="1">
                <a:solidFill>
                  <a:srgbClr val="000066"/>
                </a:solidFill>
                <a:latin typeface="Verdana" pitchFamily="34" charset="0"/>
                <a:ea typeface="新細明體" pitchFamily="18" charset="-120"/>
              </a:defRPr>
            </a:lvl2pPr>
            <a:lvl3pPr marL="1143000" indent="-228600" defTabSz="950913">
              <a:defRPr sz="2400" b="1">
                <a:solidFill>
                  <a:srgbClr val="000066"/>
                </a:solidFill>
                <a:latin typeface="Verdana" pitchFamily="34" charset="0"/>
                <a:ea typeface="新細明體" pitchFamily="18" charset="-120"/>
              </a:defRPr>
            </a:lvl3pPr>
            <a:lvl4pPr marL="1600200" indent="-228600" defTabSz="950913">
              <a:defRPr sz="2400" b="1">
                <a:solidFill>
                  <a:srgbClr val="000066"/>
                </a:solidFill>
                <a:latin typeface="Verdana" pitchFamily="34" charset="0"/>
                <a:ea typeface="新細明體" pitchFamily="18" charset="-120"/>
              </a:defRPr>
            </a:lvl4pPr>
            <a:lvl5pPr marL="2057400" indent="-228600" defTabSz="950913">
              <a:defRPr sz="2400" b="1">
                <a:solidFill>
                  <a:srgbClr val="000066"/>
                </a:solidFill>
                <a:latin typeface="Verdana" pitchFamily="34" charset="0"/>
                <a:ea typeface="新細明體" pitchFamily="18" charset="-120"/>
              </a:defRPr>
            </a:lvl5pPr>
            <a:lvl6pPr marL="2514600" indent="-228600" defTabSz="950913" eaLnBrk="0" fontAlgn="base" hangingPunct="0">
              <a:spcBef>
                <a:spcPct val="0"/>
              </a:spcBef>
              <a:spcAft>
                <a:spcPct val="0"/>
              </a:spcAft>
              <a:defRPr sz="2400" b="1">
                <a:solidFill>
                  <a:srgbClr val="000066"/>
                </a:solidFill>
                <a:latin typeface="Verdana" pitchFamily="34" charset="0"/>
                <a:ea typeface="新細明體" pitchFamily="18" charset="-120"/>
              </a:defRPr>
            </a:lvl6pPr>
            <a:lvl7pPr marL="2971800" indent="-228600" defTabSz="950913" eaLnBrk="0" fontAlgn="base" hangingPunct="0">
              <a:spcBef>
                <a:spcPct val="0"/>
              </a:spcBef>
              <a:spcAft>
                <a:spcPct val="0"/>
              </a:spcAft>
              <a:defRPr sz="2400" b="1">
                <a:solidFill>
                  <a:srgbClr val="000066"/>
                </a:solidFill>
                <a:latin typeface="Verdana" pitchFamily="34" charset="0"/>
                <a:ea typeface="新細明體" pitchFamily="18" charset="-120"/>
              </a:defRPr>
            </a:lvl7pPr>
            <a:lvl8pPr marL="3429000" indent="-228600" defTabSz="950913" eaLnBrk="0" fontAlgn="base" hangingPunct="0">
              <a:spcBef>
                <a:spcPct val="0"/>
              </a:spcBef>
              <a:spcAft>
                <a:spcPct val="0"/>
              </a:spcAft>
              <a:defRPr sz="2400" b="1">
                <a:solidFill>
                  <a:srgbClr val="000066"/>
                </a:solidFill>
                <a:latin typeface="Verdana" pitchFamily="34" charset="0"/>
                <a:ea typeface="新細明體" pitchFamily="18" charset="-120"/>
              </a:defRPr>
            </a:lvl8pPr>
            <a:lvl9pPr marL="3886200" indent="-228600" defTabSz="950913" eaLnBrk="0" fontAlgn="base" hangingPunct="0">
              <a:spcBef>
                <a:spcPct val="0"/>
              </a:spcBef>
              <a:spcAft>
                <a:spcPct val="0"/>
              </a:spcAft>
              <a:defRPr sz="2400" b="1">
                <a:solidFill>
                  <a:srgbClr val="000066"/>
                </a:solidFill>
                <a:latin typeface="Verdana" pitchFamily="34" charset="0"/>
                <a:ea typeface="新細明體" pitchFamily="18" charset="-120"/>
              </a:defRPr>
            </a:lvl9pPr>
          </a:lstStyle>
          <a:p>
            <a:pPr algn="r"/>
            <a:fld id="{5D2350D0-1F7F-4D68-B274-090F82BFB99C}" type="slidenum">
              <a:rPr lang="zh-TW" altLang="en-US" sz="1100" b="0">
                <a:solidFill>
                  <a:schemeClr val="tx1"/>
                </a:solidFill>
                <a:latin typeface="Times New Roman" pitchFamily="18" charset="0"/>
              </a:rPr>
              <a:pPr algn="r"/>
              <a:t>18</a:t>
            </a:fld>
            <a:endParaRPr lang="en-US" altLang="zh-TW" sz="1100" b="0">
              <a:solidFill>
                <a:schemeClr val="tx1"/>
              </a:solidFill>
              <a:latin typeface="Times New Roman" pitchFamily="18" charset="0"/>
            </a:endParaRPr>
          </a:p>
        </p:txBody>
      </p:sp>
      <p:sp>
        <p:nvSpPr>
          <p:cNvPr id="133124" name="Rectangle 2">
            <a:extLst>
              <a:ext uri="{FF2B5EF4-FFF2-40B4-BE49-F238E27FC236}">
                <a16:creationId xmlns:a16="http://schemas.microsoft.com/office/drawing/2014/main" id="{F9AB11B0-B043-33BD-F406-8B2DAB86A59C}"/>
              </a:ext>
            </a:extLst>
          </p:cNvPr>
          <p:cNvSpPr>
            <a:spLocks noGrp="1" noRot="1" noChangeAspect="1" noChangeArrowheads="1" noTextEdit="1"/>
          </p:cNvSpPr>
          <p:nvPr>
            <p:ph type="sldImg"/>
          </p:nvPr>
        </p:nvSpPr>
        <p:spPr>
          <a:xfrm>
            <a:off x="457200" y="720725"/>
            <a:ext cx="6411913" cy="3606800"/>
          </a:xfrm>
          <a:ln/>
        </p:spPr>
      </p:sp>
      <p:sp>
        <p:nvSpPr>
          <p:cNvPr id="133125" name="Rectangle 3">
            <a:extLst>
              <a:ext uri="{FF2B5EF4-FFF2-40B4-BE49-F238E27FC236}">
                <a16:creationId xmlns:a16="http://schemas.microsoft.com/office/drawing/2014/main" id="{C36D28B7-92B9-79C6-CB04-72CAAD88F2C1}"/>
              </a:ext>
            </a:extLst>
          </p:cNvPr>
          <p:cNvSpPr>
            <a:spLocks noGrp="1" noChangeArrowheads="1"/>
          </p:cNvSpPr>
          <p:nvPr>
            <p:ph type="body" idx="1"/>
          </p:nvPr>
        </p:nvSpPr>
        <p:spPr>
          <a:noFill/>
        </p:spPr>
        <p:txBody>
          <a:bodyPr lIns="94537" tIns="47269" rIns="94537" bIns="47269"/>
          <a:lstStyle/>
          <a:p>
            <a:pPr eaLnBrk="1" hangingPunct="1"/>
            <a:endParaRPr lang="en-GB">
              <a:ea typeface="新細明體" pitchFamily="18" charset="-120"/>
            </a:endParaRPr>
          </a:p>
        </p:txBody>
      </p:sp>
    </p:spTree>
    <p:extLst>
      <p:ext uri="{BB962C8B-B14F-4D97-AF65-F5344CB8AC3E}">
        <p14:creationId xmlns:p14="http://schemas.microsoft.com/office/powerpoint/2010/main" val="5372316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47810" name="Rectangle 2"/>
          <p:cNvSpPr>
            <a:spLocks noGrp="1" noChangeArrowheads="1"/>
          </p:cNvSpPr>
          <p:nvPr>
            <p:ph type="ctrTitle"/>
          </p:nvPr>
        </p:nvSpPr>
        <p:spPr>
          <a:xfrm>
            <a:off x="602630" y="2128763"/>
            <a:ext cx="5746105" cy="668331"/>
          </a:xfrm>
          <a:prstGeom prst="rect">
            <a:avLst/>
          </a:prstGeom>
        </p:spPr>
        <p:txBody>
          <a:bodyPr tIns="0" bIns="0" anchor="b" anchorCtr="0"/>
          <a:lstStyle>
            <a:lvl1pPr>
              <a:defRPr sz="42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stStyle>
          <a:p>
            <a:pPr lvl="0"/>
            <a:r>
              <a:rPr lang="en-US" altLang="zh-TW" noProof="0" dirty="0"/>
              <a:t>Click to edit Master title style</a:t>
            </a:r>
          </a:p>
        </p:txBody>
      </p:sp>
      <p:sp>
        <p:nvSpPr>
          <p:cNvPr id="247811" name="Rectangle 3"/>
          <p:cNvSpPr>
            <a:spLocks noGrp="1" noChangeArrowheads="1"/>
          </p:cNvSpPr>
          <p:nvPr>
            <p:ph type="subTitle" idx="1"/>
          </p:nvPr>
        </p:nvSpPr>
        <p:spPr>
          <a:xfrm>
            <a:off x="602630" y="2972264"/>
            <a:ext cx="5746105" cy="744537"/>
          </a:xfrm>
          <a:prstGeom prst="rect">
            <a:avLst/>
          </a:prstGeom>
          <a:extLst>
            <a:ext uri="{91240B29-F687-4F45-9708-019B960494DF}">
              <a14:hiddenLine xmlns:a14="http://schemas.microsoft.com/office/drawing/2010/main" w="9525">
                <a:solidFill>
                  <a:srgbClr val="000099"/>
                </a:solidFill>
                <a:miter lim="800000"/>
                <a:headEnd/>
                <a:tailEnd/>
              </a14:hiddenLine>
            </a:ext>
          </a:extLst>
        </p:spPr>
        <p:txBody>
          <a:bodyPr lIns="0" tIns="0" rIns="0" bIns="0"/>
          <a:lstStyle>
            <a:lvl1pPr marL="0" indent="0">
              <a:buFont typeface="Wingdings" pitchFamily="2" charset="2"/>
              <a:buNone/>
              <a:defRPr sz="2400" baseline="0">
                <a:solidFill>
                  <a:srgbClr val="356BAC"/>
                </a:solidFill>
                <a:latin typeface="Lato" panose="020F0502020204030203" pitchFamily="34" charset="0"/>
                <a:ea typeface="黑体" panose="02010609060101010101" pitchFamily="49" charset="-122"/>
                <a:cs typeface="Arial" panose="020B0604020202020204" pitchFamily="34" charset="0"/>
              </a:defRPr>
            </a:lvl1pPr>
          </a:lstStyle>
          <a:p>
            <a:pPr lvl="0"/>
            <a:r>
              <a:rPr lang="en-US" altLang="zh-TW" noProof="0" dirty="0"/>
              <a:t>Click to edit Master subtitle style</a:t>
            </a:r>
          </a:p>
        </p:txBody>
      </p:sp>
      <p:sp>
        <p:nvSpPr>
          <p:cNvPr id="6" name="Text Box 150">
            <a:extLst>
              <a:ext uri="{FF2B5EF4-FFF2-40B4-BE49-F238E27FC236}">
                <a16:creationId xmlns:a16="http://schemas.microsoft.com/office/drawing/2014/main" id="{A034BCD0-1699-CE48-A2B8-9E9D9F197778}"/>
              </a:ext>
            </a:extLst>
          </p:cNvPr>
          <p:cNvSpPr txBox="1">
            <a:spLocks noChangeArrowheads="1"/>
          </p:cNvSpPr>
          <p:nvPr userDrawn="1"/>
        </p:nvSpPr>
        <p:spPr bwMode="auto">
          <a:xfrm>
            <a:off x="603970" y="6907988"/>
            <a:ext cx="5256583"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defTabSz="973138">
              <a:defRPr sz="2400">
                <a:solidFill>
                  <a:schemeClr val="tx1"/>
                </a:solidFill>
                <a:latin typeface="Times New Roman" pitchFamily="18" charset="0"/>
                <a:ea typeface="PMingLiU" pitchFamily="18" charset="-120"/>
              </a:defRPr>
            </a:lvl1pPr>
            <a:lvl2pPr marL="509588" defTabSz="973138">
              <a:defRPr sz="2400">
                <a:solidFill>
                  <a:schemeClr val="tx1"/>
                </a:solidFill>
                <a:latin typeface="Times New Roman" pitchFamily="18" charset="0"/>
                <a:ea typeface="PMingLiU" pitchFamily="18" charset="-120"/>
              </a:defRPr>
            </a:lvl2pPr>
            <a:lvl3pPr marL="1019175" defTabSz="973138">
              <a:defRPr sz="2400">
                <a:solidFill>
                  <a:schemeClr val="tx1"/>
                </a:solidFill>
                <a:latin typeface="Times New Roman" pitchFamily="18" charset="0"/>
                <a:ea typeface="PMingLiU" pitchFamily="18" charset="-120"/>
              </a:defRPr>
            </a:lvl3pPr>
            <a:lvl4pPr marL="1528763" defTabSz="973138">
              <a:defRPr sz="2400">
                <a:solidFill>
                  <a:schemeClr val="tx1"/>
                </a:solidFill>
                <a:latin typeface="Times New Roman" pitchFamily="18" charset="0"/>
                <a:ea typeface="PMingLiU" pitchFamily="18" charset="-120"/>
              </a:defRPr>
            </a:lvl4pPr>
            <a:lvl5pPr marL="2038350" defTabSz="973138">
              <a:defRPr sz="2400">
                <a:solidFill>
                  <a:schemeClr val="tx1"/>
                </a:solidFill>
                <a:latin typeface="Times New Roman" pitchFamily="18" charset="0"/>
                <a:ea typeface="PMingLiU" pitchFamily="18" charset="-120"/>
              </a:defRPr>
            </a:lvl5pPr>
            <a:lvl6pPr marL="2495550" defTabSz="973138" eaLnBrk="0" fontAlgn="base" hangingPunct="0">
              <a:spcBef>
                <a:spcPct val="0"/>
              </a:spcBef>
              <a:spcAft>
                <a:spcPct val="0"/>
              </a:spcAft>
              <a:defRPr sz="2400">
                <a:solidFill>
                  <a:schemeClr val="tx1"/>
                </a:solidFill>
                <a:latin typeface="Times New Roman" pitchFamily="18" charset="0"/>
                <a:ea typeface="PMingLiU" pitchFamily="18" charset="-120"/>
              </a:defRPr>
            </a:lvl6pPr>
            <a:lvl7pPr marL="2952750" defTabSz="973138" eaLnBrk="0" fontAlgn="base" hangingPunct="0">
              <a:spcBef>
                <a:spcPct val="0"/>
              </a:spcBef>
              <a:spcAft>
                <a:spcPct val="0"/>
              </a:spcAft>
              <a:defRPr sz="2400">
                <a:solidFill>
                  <a:schemeClr val="tx1"/>
                </a:solidFill>
                <a:latin typeface="Times New Roman" pitchFamily="18" charset="0"/>
                <a:ea typeface="PMingLiU" pitchFamily="18" charset="-120"/>
              </a:defRPr>
            </a:lvl7pPr>
            <a:lvl8pPr marL="3409950" defTabSz="973138" eaLnBrk="0" fontAlgn="base" hangingPunct="0">
              <a:spcBef>
                <a:spcPct val="0"/>
              </a:spcBef>
              <a:spcAft>
                <a:spcPct val="0"/>
              </a:spcAft>
              <a:defRPr sz="2400">
                <a:solidFill>
                  <a:schemeClr val="tx1"/>
                </a:solidFill>
                <a:latin typeface="Times New Roman" pitchFamily="18" charset="0"/>
                <a:ea typeface="PMingLiU" pitchFamily="18" charset="-120"/>
              </a:defRPr>
            </a:lvl8pPr>
            <a:lvl9pPr marL="3867150" defTabSz="973138" eaLnBrk="0" fontAlgn="base" hangingPunct="0">
              <a:spcBef>
                <a:spcPct val="0"/>
              </a:spcBef>
              <a:spcAft>
                <a:spcPct val="0"/>
              </a:spcAft>
              <a:defRPr sz="2400">
                <a:solidFill>
                  <a:schemeClr val="tx1"/>
                </a:solidFill>
                <a:latin typeface="Times New Roman" pitchFamily="18" charset="0"/>
                <a:ea typeface="PMingLiU" pitchFamily="18" charset="-120"/>
              </a:defRPr>
            </a:lvl9pPr>
          </a:lstStyle>
          <a:p>
            <a:r>
              <a:rPr lang="zh-CN" altLang="en-US" sz="1000" b="0" spc="20" baseline="0" dirty="0">
                <a:solidFill>
                  <a:srgbClr val="000066"/>
                </a:solidFill>
                <a:latin typeface="Lato" panose="020F0502020204030203" pitchFamily="34" charset="0"/>
                <a:ea typeface="黑体" panose="02010609060101010101" pitchFamily="49" charset="-122"/>
                <a:cs typeface="Arial" panose="020B0604020202020204" pitchFamily="34" charset="0"/>
              </a:rPr>
              <a:t>请务必阅读末页的免责条款和声明</a:t>
            </a:r>
          </a:p>
        </p:txBody>
      </p:sp>
      <p:cxnSp>
        <p:nvCxnSpPr>
          <p:cNvPr id="2" name="Straight Connector 1">
            <a:extLst>
              <a:ext uri="{FF2B5EF4-FFF2-40B4-BE49-F238E27FC236}">
                <a16:creationId xmlns:a16="http://schemas.microsoft.com/office/drawing/2014/main" id="{16406686-7C3D-8873-6ADD-4276F3CF1E28}"/>
              </a:ext>
            </a:extLst>
          </p:cNvPr>
          <p:cNvCxnSpPr>
            <a:cxnSpLocks/>
          </p:cNvCxnSpPr>
          <p:nvPr userDrawn="1"/>
        </p:nvCxnSpPr>
        <p:spPr bwMode="auto">
          <a:xfrm>
            <a:off x="600795" y="2855452"/>
            <a:ext cx="5832648" cy="0"/>
          </a:xfrm>
          <a:prstGeom prst="line">
            <a:avLst/>
          </a:prstGeom>
          <a:solidFill>
            <a:schemeClr val="accent1"/>
          </a:solidFill>
          <a:ln w="19050" cap="flat" cmpd="sng" algn="ctr">
            <a:solidFill>
              <a:srgbClr val="D7000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 Placeholder 10">
            <a:extLst>
              <a:ext uri="{FF2B5EF4-FFF2-40B4-BE49-F238E27FC236}">
                <a16:creationId xmlns:a16="http://schemas.microsoft.com/office/drawing/2014/main" id="{09B3D8B4-FDF1-7DFC-E0F7-948F79D22178}"/>
              </a:ext>
            </a:extLst>
          </p:cNvPr>
          <p:cNvSpPr>
            <a:spLocks noGrp="1"/>
          </p:cNvSpPr>
          <p:nvPr>
            <p:ph type="body" sz="quarter" idx="13" hasCustomPrompt="1"/>
          </p:nvPr>
        </p:nvSpPr>
        <p:spPr>
          <a:xfrm>
            <a:off x="602630" y="4973508"/>
            <a:ext cx="4764024" cy="457200"/>
          </a:xfrm>
          <a:prstGeom prst="rect">
            <a:avLst/>
          </a:prstGeom>
        </p:spPr>
        <p:txBody>
          <a:bodyPr lIns="0" tIns="0" rIns="0" bIns="0" anchor="ctr"/>
          <a:lstStyle>
            <a:lvl1pPr marL="0" indent="0">
              <a:lnSpc>
                <a:spcPct val="90000"/>
              </a:lnSpc>
              <a:spcAft>
                <a:spcPts val="0"/>
              </a:spcAft>
              <a:buNone/>
              <a:defRPr sz="1400" b="0" spc="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stStyle>
          <a:p>
            <a:pPr lvl="0"/>
            <a:r>
              <a:rPr lang="en-US" dirty="0"/>
              <a:t>Date</a:t>
            </a:r>
          </a:p>
        </p:txBody>
      </p:sp>
      <p:pic>
        <p:nvPicPr>
          <p:cNvPr id="7" name="图片 7" descr="背景图案&#10;&#10;描述已自动生成">
            <a:extLst>
              <a:ext uri="{FF2B5EF4-FFF2-40B4-BE49-F238E27FC236}">
                <a16:creationId xmlns:a16="http://schemas.microsoft.com/office/drawing/2014/main" id="{2E661E3E-6BE2-AED3-5815-79626167B65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23801" y="4428703"/>
            <a:ext cx="7725088" cy="3146635"/>
          </a:xfrm>
          <a:prstGeom prst="rect">
            <a:avLst/>
          </a:prstGeom>
        </p:spPr>
      </p:pic>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2155" y="6338941"/>
            <a:ext cx="1284784" cy="355907"/>
          </a:xfrm>
          <a:prstGeom prst="rect">
            <a:avLst/>
          </a:prstGeom>
        </p:spPr>
      </p:pic>
    </p:spTree>
    <p:extLst>
      <p:ext uri="{BB962C8B-B14F-4D97-AF65-F5344CB8AC3E}">
        <p14:creationId xmlns:p14="http://schemas.microsoft.com/office/powerpoint/2010/main" val="3684868455"/>
      </p:ext>
    </p:extLst>
  </p:cSld>
  <p:clrMapOvr>
    <a:masterClrMapping/>
  </p:clrMapOvr>
  <p:extLst>
    <p:ext uri="{DCECCB84-F9BA-43D5-87BE-67443E8EF086}">
      <p15:sldGuideLst xmlns:p15="http://schemas.microsoft.com/office/powerpoint/2012/main">
        <p15:guide id="3" pos="8226">
          <p15:clr>
            <a:srgbClr val="FBAE40"/>
          </p15:clr>
        </p15:guide>
        <p15:guide id="4" pos="37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4070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Rectangle 6">
            <a:extLst>
              <a:ext uri="{FF2B5EF4-FFF2-40B4-BE49-F238E27FC236}">
                <a16:creationId xmlns:a16="http://schemas.microsoft.com/office/drawing/2014/main" id="{915319C2-A7D4-9137-E4E1-F7EAD80939FD}"/>
              </a:ext>
            </a:extLst>
          </p:cNvPr>
          <p:cNvSpPr>
            <a:spLocks noGrp="1" noChangeArrowheads="1"/>
          </p:cNvSpPr>
          <p:nvPr>
            <p:ph idx="1"/>
          </p:nvPr>
        </p:nvSpPr>
        <p:spPr bwMode="auto">
          <a:xfrm>
            <a:off x="384175" y="1404938"/>
            <a:ext cx="12670113" cy="54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85763" indent="-3857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marL="735013" indent="-3476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2pPr>
            <a:lvl3pPr marL="1063625" indent="-327025">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3pPr>
            <a:lvl4pPr marL="1323975" indent="-2587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4pPr>
            <a:lvl5pPr marL="1550988" indent="-225425">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Rectangle 5">
            <a:extLst>
              <a:ext uri="{FF2B5EF4-FFF2-40B4-BE49-F238E27FC236}">
                <a16:creationId xmlns:a16="http://schemas.microsoft.com/office/drawing/2014/main" id="{88C42296-8165-4860-B6CA-FEE770100A4C}"/>
              </a:ext>
            </a:extLst>
          </p:cNvPr>
          <p:cNvSpPr>
            <a:spLocks noGrp="1" noChangeArrowheads="1"/>
          </p:cNvSpPr>
          <p:nvPr>
            <p:ph type="title"/>
          </p:nvPr>
        </p:nvSpPr>
        <p:spPr bwMode="auto">
          <a:xfrm>
            <a:off x="384175" y="93840"/>
            <a:ext cx="12674600" cy="87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sz="3400" baseline="0">
                <a:solidFill>
                  <a:srgbClr val="000066"/>
                </a:solidFill>
                <a:latin typeface="Lato" panose="020F0502020204030203" pitchFamily="34" charset="0"/>
                <a:cs typeface="Arial" panose="020B0604020202020204" pitchFamily="34" charset="0"/>
              </a:defRPr>
            </a:lvl1pPr>
          </a:lstStyle>
          <a:p>
            <a:pPr lvl="0"/>
            <a:r>
              <a:rPr lang="en-US" altLang="zh-TW" dirty="0"/>
              <a:t>Click to edit Master title style</a:t>
            </a:r>
          </a:p>
        </p:txBody>
      </p:sp>
    </p:spTree>
    <p:extLst>
      <p:ext uri="{BB962C8B-B14F-4D97-AF65-F5344CB8AC3E}">
        <p14:creationId xmlns:p14="http://schemas.microsoft.com/office/powerpoint/2010/main" val="3398377574"/>
      </p:ext>
    </p:extLst>
  </p:cSld>
  <p:clrMapOvr>
    <a:masterClrMapping/>
  </p:clrMapOvr>
  <p:extLst>
    <p:ext uri="{DCECCB84-F9BA-43D5-87BE-67443E8EF086}">
      <p15:sldGuideLst xmlns:p15="http://schemas.microsoft.com/office/powerpoint/2012/main">
        <p15:guide id="1" pos="822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9339F254-6551-A307-A15D-9C1022BCDA5D}"/>
              </a:ext>
            </a:extLst>
          </p:cNvPr>
          <p:cNvSpPr>
            <a:spLocks noGrp="1" noChangeArrowheads="1"/>
          </p:cNvSpPr>
          <p:nvPr>
            <p:ph idx="1"/>
          </p:nvPr>
        </p:nvSpPr>
        <p:spPr bwMode="auto">
          <a:xfrm>
            <a:off x="384176" y="1404938"/>
            <a:ext cx="6192838" cy="54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85763" indent="-3857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marL="735013" indent="-3476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2pPr>
            <a:lvl3pPr marL="1063625" indent="-327025">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3pPr>
            <a:lvl4pPr marL="1323975" indent="-2587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4pPr>
            <a:lvl5pPr marL="1550988" indent="-225425">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Rectangle 6">
            <a:extLst>
              <a:ext uri="{FF2B5EF4-FFF2-40B4-BE49-F238E27FC236}">
                <a16:creationId xmlns:a16="http://schemas.microsoft.com/office/drawing/2014/main" id="{89D064E8-D58F-0AB9-F3EA-6EB5F39FE420}"/>
              </a:ext>
            </a:extLst>
          </p:cNvPr>
          <p:cNvSpPr>
            <a:spLocks noGrp="1" noChangeArrowheads="1"/>
          </p:cNvSpPr>
          <p:nvPr>
            <p:ph idx="10"/>
          </p:nvPr>
        </p:nvSpPr>
        <p:spPr bwMode="auto">
          <a:xfrm>
            <a:off x="6865938" y="1404938"/>
            <a:ext cx="6192838" cy="54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85763" indent="-3857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marL="735013" indent="-3476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2pPr>
            <a:lvl3pPr marL="1063625" indent="-327025">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3pPr>
            <a:lvl4pPr marL="1323975" indent="-2587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4pPr>
            <a:lvl5pPr marL="1550988" indent="-225425">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Rectangle 5">
            <a:extLst>
              <a:ext uri="{FF2B5EF4-FFF2-40B4-BE49-F238E27FC236}">
                <a16:creationId xmlns:a16="http://schemas.microsoft.com/office/drawing/2014/main" id="{43984520-B3B2-1F58-126D-F1D146F472D9}"/>
              </a:ext>
            </a:extLst>
          </p:cNvPr>
          <p:cNvSpPr>
            <a:spLocks noGrp="1" noChangeArrowheads="1"/>
          </p:cNvSpPr>
          <p:nvPr>
            <p:ph type="title"/>
          </p:nvPr>
        </p:nvSpPr>
        <p:spPr bwMode="auto">
          <a:xfrm>
            <a:off x="384175" y="93840"/>
            <a:ext cx="12674600" cy="87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stStyle>
          <a:p>
            <a:pPr lvl="0"/>
            <a:r>
              <a:rPr lang="en-US" altLang="zh-TW" dirty="0"/>
              <a:t>Click to edit Master title style</a:t>
            </a:r>
          </a:p>
        </p:txBody>
      </p:sp>
    </p:spTree>
    <p:extLst>
      <p:ext uri="{BB962C8B-B14F-4D97-AF65-F5344CB8AC3E}">
        <p14:creationId xmlns:p14="http://schemas.microsoft.com/office/powerpoint/2010/main" val="1346647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1AD65865-54E1-2FF9-5F67-E9189675D7D1}"/>
              </a:ext>
            </a:extLst>
          </p:cNvPr>
          <p:cNvSpPr>
            <a:spLocks noGrp="1" noChangeArrowheads="1"/>
          </p:cNvSpPr>
          <p:nvPr>
            <p:ph type="title"/>
          </p:nvPr>
        </p:nvSpPr>
        <p:spPr bwMode="auto">
          <a:xfrm>
            <a:off x="384175" y="93840"/>
            <a:ext cx="12674600" cy="87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stStyle>
          <a:p>
            <a:pPr lvl="0"/>
            <a:r>
              <a:rPr lang="en-US" altLang="zh-TW" dirty="0"/>
              <a:t>Click to edit Master title style</a:t>
            </a:r>
          </a:p>
        </p:txBody>
      </p:sp>
    </p:spTree>
    <p:extLst>
      <p:ext uri="{BB962C8B-B14F-4D97-AF65-F5344CB8AC3E}">
        <p14:creationId xmlns:p14="http://schemas.microsoft.com/office/powerpoint/2010/main" val="1370421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Text Box 7">
            <a:extLst>
              <a:ext uri="{FF2B5EF4-FFF2-40B4-BE49-F238E27FC236}">
                <a16:creationId xmlns:a16="http://schemas.microsoft.com/office/drawing/2014/main" id="{57E46554-599B-3409-6F72-70E28D624220}"/>
              </a:ext>
            </a:extLst>
          </p:cNvPr>
          <p:cNvSpPr txBox="1">
            <a:spLocks noChangeArrowheads="1"/>
          </p:cNvSpPr>
          <p:nvPr userDrawn="1"/>
        </p:nvSpPr>
        <p:spPr bwMode="auto">
          <a:xfrm>
            <a:off x="12870730" y="7213424"/>
            <a:ext cx="153568"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95363">
              <a:defRPr sz="2400">
                <a:solidFill>
                  <a:schemeClr val="tx1"/>
                </a:solidFill>
                <a:latin typeface="Times New Roman" pitchFamily="18" charset="0"/>
                <a:ea typeface="PMingLiU" pitchFamily="18" charset="-120"/>
              </a:defRPr>
            </a:lvl1pPr>
            <a:lvl2pPr marL="498475" defTabSz="995363">
              <a:defRPr sz="2400">
                <a:solidFill>
                  <a:schemeClr val="tx1"/>
                </a:solidFill>
                <a:latin typeface="Times New Roman" pitchFamily="18" charset="0"/>
                <a:ea typeface="PMingLiU" pitchFamily="18" charset="-120"/>
              </a:defRPr>
            </a:lvl2pPr>
            <a:lvl3pPr marL="995363" defTabSz="995363">
              <a:defRPr sz="2400">
                <a:solidFill>
                  <a:schemeClr val="tx1"/>
                </a:solidFill>
                <a:latin typeface="Times New Roman" pitchFamily="18" charset="0"/>
                <a:ea typeface="PMingLiU" pitchFamily="18" charset="-120"/>
              </a:defRPr>
            </a:lvl3pPr>
            <a:lvl4pPr marL="1493838" defTabSz="995363">
              <a:defRPr sz="2400">
                <a:solidFill>
                  <a:schemeClr val="tx1"/>
                </a:solidFill>
                <a:latin typeface="Times New Roman" pitchFamily="18" charset="0"/>
                <a:ea typeface="PMingLiU" pitchFamily="18" charset="-120"/>
              </a:defRPr>
            </a:lvl4pPr>
            <a:lvl5pPr marL="1992313" defTabSz="995363">
              <a:defRPr sz="2400">
                <a:solidFill>
                  <a:schemeClr val="tx1"/>
                </a:solidFill>
                <a:latin typeface="Times New Roman" pitchFamily="18" charset="0"/>
                <a:ea typeface="PMingLiU"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PMingLiU"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PMingLiU"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PMingLiU"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PMingLiU" pitchFamily="18" charset="-120"/>
              </a:defRPr>
            </a:lvl9pPr>
          </a:lstStyle>
          <a:p>
            <a:pPr algn="l"/>
            <a:fld id="{9E47B8BE-A9DE-4032-B586-FBED7052022C}" type="slidenum">
              <a:rPr lang="en-US" altLang="zh-CN" sz="1000" b="0" spc="20" baseline="0" smtClean="0">
                <a:solidFill>
                  <a:srgbClr val="595959"/>
                </a:solidFill>
                <a:latin typeface="Lato" panose="020F0502020204030203" pitchFamily="34" charset="0"/>
                <a:ea typeface="黑体" panose="02010609060101010101" pitchFamily="49" charset="-122"/>
                <a:cs typeface="Arial" panose="020B0604020202020204" pitchFamily="34" charset="0"/>
              </a:rPr>
              <a:pPr algn="l"/>
              <a:t>‹#›</a:t>
            </a:fld>
            <a:endParaRPr lang="en-US" altLang="zh-CN" sz="1000" b="0" spc="20" baseline="0" dirty="0">
              <a:solidFill>
                <a:srgbClr val="595959"/>
              </a:solidFill>
              <a:latin typeface="Lato" panose="020F0502020204030203"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175" y="7061708"/>
            <a:ext cx="1090800" cy="302170"/>
          </a:xfrm>
          <a:prstGeom prst="rect">
            <a:avLst/>
          </a:prstGeom>
        </p:spPr>
      </p:pic>
    </p:spTree>
    <p:extLst>
      <p:ext uri="{BB962C8B-B14F-4D97-AF65-F5344CB8AC3E}">
        <p14:creationId xmlns:p14="http://schemas.microsoft.com/office/powerpoint/2010/main" val="2950362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7" name="Text Box 7">
            <a:extLst>
              <a:ext uri="{FF2B5EF4-FFF2-40B4-BE49-F238E27FC236}">
                <a16:creationId xmlns:a16="http://schemas.microsoft.com/office/drawing/2014/main" id="{57E46554-599B-3409-6F72-70E28D624220}"/>
              </a:ext>
            </a:extLst>
          </p:cNvPr>
          <p:cNvSpPr txBox="1">
            <a:spLocks noChangeArrowheads="1"/>
          </p:cNvSpPr>
          <p:nvPr userDrawn="1"/>
        </p:nvSpPr>
        <p:spPr bwMode="auto">
          <a:xfrm>
            <a:off x="12870730" y="7213424"/>
            <a:ext cx="153568"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95363">
              <a:defRPr sz="2400">
                <a:solidFill>
                  <a:schemeClr val="tx1"/>
                </a:solidFill>
                <a:latin typeface="Times New Roman" pitchFamily="18" charset="0"/>
                <a:ea typeface="PMingLiU" pitchFamily="18" charset="-120"/>
              </a:defRPr>
            </a:lvl1pPr>
            <a:lvl2pPr marL="498475" defTabSz="995363">
              <a:defRPr sz="2400">
                <a:solidFill>
                  <a:schemeClr val="tx1"/>
                </a:solidFill>
                <a:latin typeface="Times New Roman" pitchFamily="18" charset="0"/>
                <a:ea typeface="PMingLiU" pitchFamily="18" charset="-120"/>
              </a:defRPr>
            </a:lvl2pPr>
            <a:lvl3pPr marL="995363" defTabSz="995363">
              <a:defRPr sz="2400">
                <a:solidFill>
                  <a:schemeClr val="tx1"/>
                </a:solidFill>
                <a:latin typeface="Times New Roman" pitchFamily="18" charset="0"/>
                <a:ea typeface="PMingLiU" pitchFamily="18" charset="-120"/>
              </a:defRPr>
            </a:lvl3pPr>
            <a:lvl4pPr marL="1493838" defTabSz="995363">
              <a:defRPr sz="2400">
                <a:solidFill>
                  <a:schemeClr val="tx1"/>
                </a:solidFill>
                <a:latin typeface="Times New Roman" pitchFamily="18" charset="0"/>
                <a:ea typeface="PMingLiU" pitchFamily="18" charset="-120"/>
              </a:defRPr>
            </a:lvl4pPr>
            <a:lvl5pPr marL="1992313" defTabSz="995363">
              <a:defRPr sz="2400">
                <a:solidFill>
                  <a:schemeClr val="tx1"/>
                </a:solidFill>
                <a:latin typeface="Times New Roman" pitchFamily="18" charset="0"/>
                <a:ea typeface="PMingLiU"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PMingLiU"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PMingLiU"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PMingLiU"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PMingLiU" pitchFamily="18" charset="-120"/>
              </a:defRPr>
            </a:lvl9pPr>
          </a:lstStyle>
          <a:p>
            <a:pPr algn="l"/>
            <a:fld id="{9E47B8BE-A9DE-4032-B586-FBED7052022C}" type="slidenum">
              <a:rPr lang="en-US" altLang="zh-CN" sz="1000" b="0" spc="20" baseline="0" smtClean="0">
                <a:solidFill>
                  <a:srgbClr val="595959"/>
                </a:solidFill>
                <a:latin typeface="Lato" panose="020F0502020204030203" pitchFamily="34" charset="0"/>
                <a:ea typeface="黑体" panose="02010609060101010101" pitchFamily="49" charset="-122"/>
                <a:cs typeface="Arial" panose="020B0604020202020204" pitchFamily="34" charset="0"/>
              </a:rPr>
              <a:pPr algn="l"/>
              <a:t>‹#›</a:t>
            </a:fld>
            <a:endParaRPr lang="en-US" altLang="zh-CN" sz="1000" b="0" spc="20" baseline="0" dirty="0">
              <a:solidFill>
                <a:srgbClr val="595959"/>
              </a:solidFill>
              <a:latin typeface="Lato" panose="020F0502020204030203" pitchFamily="34" charset="0"/>
              <a:ea typeface="黑体" panose="02010609060101010101" pitchFamily="49" charset="-122"/>
              <a:cs typeface="Arial" panose="020B0604020202020204" pitchFamily="34" charset="0"/>
            </a:endParaRPr>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4175" y="7061708"/>
            <a:ext cx="1090800" cy="302170"/>
          </a:xfrm>
          <a:prstGeom prst="rect">
            <a:avLst/>
          </a:prstGeom>
        </p:spPr>
      </p:pic>
      <p:pic>
        <p:nvPicPr>
          <p:cNvPr id="6" name="图片 7" descr="背景图案&#10;&#10;描述已自动生成">
            <a:extLst>
              <a:ext uri="{FF2B5EF4-FFF2-40B4-BE49-F238E27FC236}">
                <a16:creationId xmlns:a16="http://schemas.microsoft.com/office/drawing/2014/main" id="{5F7284A4-5CB4-0024-7282-2118E0ABBDE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62163" y="6228903"/>
            <a:ext cx="3274752" cy="1333894"/>
          </a:xfrm>
          <a:prstGeom prst="rect">
            <a:avLst/>
          </a:prstGeom>
        </p:spPr>
      </p:pic>
      <p:cxnSp>
        <p:nvCxnSpPr>
          <p:cNvPr id="8" name="直接连接符 7">
            <a:extLst>
              <a:ext uri="{FF2B5EF4-FFF2-40B4-BE49-F238E27FC236}">
                <a16:creationId xmlns:a16="http://schemas.microsoft.com/office/drawing/2014/main" id="{2E2B2018-C44A-CBF1-2508-1868A03C5DAC}"/>
              </a:ext>
            </a:extLst>
          </p:cNvPr>
          <p:cNvCxnSpPr/>
          <p:nvPr userDrawn="1"/>
        </p:nvCxnSpPr>
        <p:spPr bwMode="auto">
          <a:xfrm>
            <a:off x="3517119" y="2301536"/>
            <a:ext cx="6408712" cy="0"/>
          </a:xfrm>
          <a:prstGeom prst="line">
            <a:avLst/>
          </a:prstGeom>
          <a:solidFill>
            <a:schemeClr val="accent1"/>
          </a:solidFill>
          <a:ln w="9525" cap="flat" cmpd="sng" algn="ctr">
            <a:solidFill>
              <a:srgbClr val="D7000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文本占位符 2">
            <a:extLst>
              <a:ext uri="{FF2B5EF4-FFF2-40B4-BE49-F238E27FC236}">
                <a16:creationId xmlns:a16="http://schemas.microsoft.com/office/drawing/2014/main" id="{F1BFD423-7C22-D6B5-A4F7-C4F2FC1B34CF}"/>
              </a:ext>
            </a:extLst>
          </p:cNvPr>
          <p:cNvSpPr>
            <a:spLocks noGrp="1"/>
          </p:cNvSpPr>
          <p:nvPr>
            <p:ph type="body" sz="quarter" idx="10" hasCustomPrompt="1"/>
          </p:nvPr>
        </p:nvSpPr>
        <p:spPr>
          <a:xfrm>
            <a:off x="3434823" y="1567815"/>
            <a:ext cx="6481864" cy="2808288"/>
          </a:xfrm>
          <a:prstGeom prst="rect">
            <a:avLst/>
          </a:prstGeom>
        </p:spPr>
        <p:txBody>
          <a:bodyPr/>
          <a:lstStyle>
            <a:lvl1pPr marL="385763" indent="-385763" algn="l" defTabSz="590550" rtl="0" eaLnBrk="1" fontAlgn="base" hangingPunct="1">
              <a:lnSpc>
                <a:spcPct val="150000"/>
              </a:lnSpc>
              <a:spcBef>
                <a:spcPts val="600"/>
              </a:spcBef>
              <a:spcAft>
                <a:spcPts val="600"/>
              </a:spcAft>
              <a:buClr>
                <a:srgbClr val="D7000F"/>
              </a:buClr>
              <a:buSzPct val="100000"/>
              <a:buFont typeface="Wingdings 2" panose="05020102010507070707" pitchFamily="18" charset="2"/>
              <a:buChar char=""/>
              <a:defRPr lang="zh-CN" altLang="en-US" sz="2800" b="1" kern="0" dirty="0" smtClean="0">
                <a:solidFill>
                  <a:srgbClr val="000066"/>
                </a:solidFill>
                <a:latin typeface="Lato" panose="020F0502020204030203" pitchFamily="34" charset="0"/>
                <a:ea typeface="黑体" panose="02010609060101010101" pitchFamily="49" charset="-122"/>
                <a:cs typeface="Lato" panose="020F0502020204030203" pitchFamily="34" charset="0"/>
              </a:defRPr>
            </a:lvl1pPr>
            <a:lvl2pPr marL="385763" marR="0" indent="-385763" algn="l" defTabSz="590550" rtl="0" eaLnBrk="1" fontAlgn="base" latinLnBrk="0" hangingPunct="1">
              <a:lnSpc>
                <a:spcPct val="150000"/>
              </a:lnSpc>
              <a:spcBef>
                <a:spcPts val="600"/>
              </a:spcBef>
              <a:spcAft>
                <a:spcPts val="600"/>
              </a:spcAft>
              <a:buClr>
                <a:srgbClr val="356BAC"/>
              </a:buClr>
              <a:buSzPct val="50000"/>
              <a:buFont typeface="Wingdings" panose="05000000000000000000" pitchFamily="2" charset="2"/>
              <a:buChar char="l"/>
              <a:tabLst/>
              <a:defRPr lang="zh-CN" altLang="en-US" sz="2000" b="0" kern="0" dirty="0" smtClean="0">
                <a:solidFill>
                  <a:srgbClr val="356BAC"/>
                </a:solidFill>
                <a:latin typeface="Lato" panose="020F0502020204030203" pitchFamily="34" charset="0"/>
                <a:ea typeface="黑体" panose="02010609060101010101" pitchFamily="49" charset="-122"/>
                <a:cs typeface="Lato" panose="020F0502020204030203" pitchFamily="34" charset="0"/>
              </a:defRPr>
            </a:lvl2pPr>
            <a:lvl5pPr marL="1325563" indent="0">
              <a:buNone/>
              <a:defRPr/>
            </a:lvl5pPr>
          </a:lstStyle>
          <a:p>
            <a:pPr>
              <a:lnSpc>
                <a:spcPct val="150000"/>
              </a:lnSpc>
              <a:spcBef>
                <a:spcPts val="600"/>
              </a:spcBef>
              <a:spcAft>
                <a:spcPts val="600"/>
              </a:spcAft>
            </a:pPr>
            <a:r>
              <a:rPr lang="en-US" altLang="zh-CN" sz="2800" b="1" dirty="0">
                <a:ea typeface="黑体" panose="02010609060101010101" pitchFamily="49" charset="-122"/>
              </a:rPr>
              <a:t>x. </a:t>
            </a:r>
            <a:r>
              <a:rPr lang="zh-CN" altLang="en-US" sz="2800" b="1" dirty="0">
                <a:ea typeface="黑体" panose="02010609060101010101" pitchFamily="49" charset="-122"/>
              </a:rPr>
              <a:t>分章节标题（如有）</a:t>
            </a:r>
            <a:endParaRPr lang="en-US" altLang="zh-CN" sz="2800" b="1" dirty="0">
              <a:ea typeface="黑体" panose="02010609060101010101" pitchFamily="49" charset="-122"/>
            </a:endParaRPr>
          </a:p>
          <a:p>
            <a:pPr marL="385763" marR="0" lvl="1" indent="-385763" algn="l" defTabSz="590550" rtl="0" eaLnBrk="1" fontAlgn="base" latinLnBrk="0" hangingPunct="1">
              <a:lnSpc>
                <a:spcPct val="150000"/>
              </a:lnSpc>
              <a:spcBef>
                <a:spcPts val="600"/>
              </a:spcBef>
              <a:spcAft>
                <a:spcPts val="600"/>
              </a:spcAft>
              <a:buClr>
                <a:srgbClr val="356BAC"/>
              </a:buClr>
              <a:buSzPct val="50000"/>
              <a:buFont typeface="Wingdings" panose="05000000000000000000" pitchFamily="2" charset="2"/>
              <a:buChar char="l"/>
              <a:tabLst/>
              <a:defRPr/>
            </a:pPr>
            <a:r>
              <a:rPr lang="en-US" altLang="zh-CN" sz="2000" dirty="0">
                <a:solidFill>
                  <a:srgbClr val="356BAC"/>
                </a:solidFill>
                <a:ea typeface="黑体" panose="02010609060101010101" pitchFamily="49" charset="-122"/>
              </a:rPr>
              <a:t>x.1 </a:t>
            </a:r>
            <a:r>
              <a:rPr lang="zh-CN" altLang="en-US" sz="2000" dirty="0">
                <a:solidFill>
                  <a:srgbClr val="356BAC"/>
                </a:solidFill>
                <a:ea typeface="黑体" panose="02010609060101010101" pitchFamily="49" charset="-122"/>
              </a:rPr>
              <a:t>节标题</a:t>
            </a:r>
            <a:endParaRPr lang="en-US" altLang="zh-CN" sz="2000" dirty="0">
              <a:solidFill>
                <a:srgbClr val="356BAC"/>
              </a:solidFill>
              <a:ea typeface="黑体" panose="02010609060101010101" pitchFamily="49" charset="-122"/>
            </a:endParaRPr>
          </a:p>
          <a:p>
            <a:pPr marL="385763" marR="0" lvl="1" indent="-385763" algn="l" defTabSz="590550" rtl="0" eaLnBrk="1" fontAlgn="base" latinLnBrk="0" hangingPunct="1">
              <a:lnSpc>
                <a:spcPct val="150000"/>
              </a:lnSpc>
              <a:spcBef>
                <a:spcPts val="600"/>
              </a:spcBef>
              <a:spcAft>
                <a:spcPts val="600"/>
              </a:spcAft>
              <a:buClr>
                <a:srgbClr val="356BAC"/>
              </a:buClr>
              <a:buSzPct val="50000"/>
              <a:buFont typeface="Wingdings" panose="05000000000000000000" pitchFamily="2" charset="2"/>
              <a:buChar char="l"/>
              <a:tabLst/>
              <a:defRPr/>
            </a:pPr>
            <a:r>
              <a:rPr lang="en-US" altLang="zh-CN" sz="2000" dirty="0">
                <a:solidFill>
                  <a:srgbClr val="356BAC"/>
                </a:solidFill>
                <a:ea typeface="黑体" panose="02010609060101010101" pitchFamily="49" charset="-122"/>
              </a:rPr>
              <a:t>x.2 </a:t>
            </a:r>
            <a:r>
              <a:rPr lang="zh-CN" altLang="en-US" sz="2000" dirty="0">
                <a:solidFill>
                  <a:srgbClr val="356BAC"/>
                </a:solidFill>
                <a:ea typeface="黑体" panose="02010609060101010101" pitchFamily="49" charset="-122"/>
              </a:rPr>
              <a:t>节标题</a:t>
            </a:r>
            <a:endParaRPr lang="en-US" altLang="zh-CN" sz="2000" dirty="0">
              <a:solidFill>
                <a:srgbClr val="356BAC"/>
              </a:solidFill>
              <a:ea typeface="黑体" panose="02010609060101010101" pitchFamily="49" charset="-122"/>
            </a:endParaRPr>
          </a:p>
          <a:p>
            <a:pPr marL="385763" marR="0" lvl="1" indent="-385763" algn="l" defTabSz="590550" rtl="0" eaLnBrk="1" fontAlgn="base" latinLnBrk="0" hangingPunct="1">
              <a:lnSpc>
                <a:spcPct val="150000"/>
              </a:lnSpc>
              <a:spcBef>
                <a:spcPts val="600"/>
              </a:spcBef>
              <a:spcAft>
                <a:spcPts val="600"/>
              </a:spcAft>
              <a:buClr>
                <a:srgbClr val="356BAC"/>
              </a:buClr>
              <a:buSzPct val="50000"/>
              <a:buFont typeface="Wingdings" panose="05000000000000000000" pitchFamily="2" charset="2"/>
              <a:buChar char="l"/>
              <a:tabLst/>
              <a:defRPr/>
            </a:pPr>
            <a:r>
              <a:rPr lang="en-US" altLang="zh-CN" sz="2000" dirty="0">
                <a:solidFill>
                  <a:srgbClr val="356BAC"/>
                </a:solidFill>
                <a:ea typeface="黑体" panose="02010609060101010101" pitchFamily="49" charset="-122"/>
              </a:rPr>
              <a:t>x.3 </a:t>
            </a:r>
            <a:r>
              <a:rPr lang="zh-CN" altLang="en-US" sz="2000" dirty="0">
                <a:solidFill>
                  <a:srgbClr val="356BAC"/>
                </a:solidFill>
                <a:ea typeface="黑体" panose="02010609060101010101" pitchFamily="49" charset="-122"/>
              </a:rPr>
              <a:t>节标题</a:t>
            </a:r>
            <a:endParaRPr lang="en-US" altLang="zh-CN" sz="2000" dirty="0">
              <a:solidFill>
                <a:srgbClr val="356BAC"/>
              </a:solidFill>
              <a:ea typeface="黑体" panose="02010609060101010101" pitchFamily="49" charset="-122"/>
            </a:endParaRPr>
          </a:p>
        </p:txBody>
      </p:sp>
    </p:spTree>
    <p:extLst>
      <p:ext uri="{BB962C8B-B14F-4D97-AF65-F5344CB8AC3E}">
        <p14:creationId xmlns:p14="http://schemas.microsoft.com/office/powerpoint/2010/main" val="864266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hasCustomPrompt="1"/>
          </p:nvPr>
        </p:nvSpPr>
        <p:spPr>
          <a:xfrm>
            <a:off x="384176" y="1404937"/>
            <a:ext cx="12665626" cy="5472113"/>
          </a:xfrm>
          <a:prstGeom prst="rect">
            <a:avLst/>
          </a:prstGeom>
        </p:spPr>
        <p:txBody>
          <a:bodyPr vert="eaVert" lIns="54000" tIns="0" rIns="54000" bIns="0"/>
          <a:lstStyle>
            <a:lvl1pPr>
              <a:buClr>
                <a:srgbClr val="D7000F"/>
              </a:buClr>
              <a:defRPr sz="20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a:buClr>
                <a:srgbClr val="D7000F"/>
              </a:buClr>
              <a:defRPr sz="1800" baseline="0">
                <a:solidFill>
                  <a:srgbClr val="000066"/>
                </a:solidFill>
                <a:latin typeface="Lato" panose="020F0502020204030203" pitchFamily="34" charset="0"/>
                <a:ea typeface="黑体" panose="02010609060101010101" pitchFamily="49" charset="-122"/>
                <a:cs typeface="Arial" panose="020B0604020202020204" pitchFamily="34" charset="0"/>
              </a:defRPr>
            </a:lvl2pPr>
            <a:lvl3pPr>
              <a:buClr>
                <a:srgbClr val="D7000F"/>
              </a:buClr>
              <a:defRPr sz="1600" baseline="0">
                <a:solidFill>
                  <a:srgbClr val="000066"/>
                </a:solidFill>
                <a:latin typeface="Lato" panose="020F0502020204030203" pitchFamily="34" charset="0"/>
                <a:ea typeface="黑体" panose="02010609060101010101" pitchFamily="49" charset="-122"/>
                <a:cs typeface="Arial" panose="020B0604020202020204" pitchFamily="34" charset="0"/>
              </a:defRPr>
            </a:lvl3pPr>
            <a:lvl4pPr>
              <a:buClr>
                <a:srgbClr val="D7000F"/>
              </a:buClr>
              <a:defRPr>
                <a:solidFill>
                  <a:srgbClr val="000066"/>
                </a:solidFill>
                <a:latin typeface="Arial" panose="020B0604020202020204" pitchFamily="34" charset="0"/>
                <a:ea typeface="黑体" panose="02010609060101010101" pitchFamily="49" charset="-122"/>
                <a:cs typeface="Arial" panose="020B0604020202020204" pitchFamily="34" charset="0"/>
              </a:defRPr>
            </a:lvl4pPr>
            <a:lvl5pPr>
              <a:buClr>
                <a:srgbClr val="D7000F"/>
              </a:buClr>
              <a:defRPr>
                <a:solidFill>
                  <a:srgbClr val="000066"/>
                </a:solidFill>
                <a:latin typeface="Arial" panose="020B0604020202020204" pitchFamily="34" charset="0"/>
                <a:ea typeface="黑体" panose="02010609060101010101" pitchFamily="49" charset="-122"/>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a:t>
            </a:r>
          </a:p>
        </p:txBody>
      </p:sp>
      <p:sp>
        <p:nvSpPr>
          <p:cNvPr id="4" name="Rectangle 5">
            <a:extLst>
              <a:ext uri="{FF2B5EF4-FFF2-40B4-BE49-F238E27FC236}">
                <a16:creationId xmlns:a16="http://schemas.microsoft.com/office/drawing/2014/main" id="{8FD932D2-B608-A2D0-C9A7-70E3D871B13C}"/>
              </a:ext>
            </a:extLst>
          </p:cNvPr>
          <p:cNvSpPr>
            <a:spLocks noGrp="1" noChangeArrowheads="1"/>
          </p:cNvSpPr>
          <p:nvPr>
            <p:ph type="title"/>
          </p:nvPr>
        </p:nvSpPr>
        <p:spPr bwMode="auto">
          <a:xfrm>
            <a:off x="384175" y="93840"/>
            <a:ext cx="12674600" cy="87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stStyle>
          <a:p>
            <a:pPr lvl="0"/>
            <a:r>
              <a:rPr lang="en-US" altLang="zh-TW" dirty="0"/>
              <a:t>Click to edit Master title style</a:t>
            </a:r>
          </a:p>
        </p:txBody>
      </p:sp>
    </p:spTree>
    <p:extLst>
      <p:ext uri="{BB962C8B-B14F-4D97-AF65-F5344CB8AC3E}">
        <p14:creationId xmlns:p14="http://schemas.microsoft.com/office/powerpoint/2010/main" val="1208112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1C81A315-CC9B-5715-10F4-B45AEEFB1043}"/>
              </a:ext>
            </a:extLst>
          </p:cNvPr>
          <p:cNvSpPr>
            <a:spLocks noGrp="1" noChangeArrowheads="1"/>
          </p:cNvSpPr>
          <p:nvPr>
            <p:ph idx="10" hasCustomPrompt="1"/>
          </p:nvPr>
        </p:nvSpPr>
        <p:spPr bwMode="auto">
          <a:xfrm>
            <a:off x="6865938" y="1404938"/>
            <a:ext cx="6192838" cy="54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85763" indent="-385763">
              <a:buClr>
                <a:srgbClr val="D7000F"/>
              </a:buClr>
              <a:buFont typeface="Wingdings 2" panose="05020102010507070707" pitchFamily="18" charset="2"/>
              <a:buChar char="¡"/>
              <a:defRPr sz="20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marL="735013" indent="-347663">
              <a:buClr>
                <a:srgbClr val="D7000F"/>
              </a:buClr>
              <a:buFont typeface="Wingdings 2" panose="05020102010507070707" pitchFamily="18" charset="2"/>
              <a:buChar char="¡"/>
              <a:defRPr sz="1800" baseline="0">
                <a:solidFill>
                  <a:srgbClr val="000066"/>
                </a:solidFill>
                <a:latin typeface="Lato" panose="020F0502020204030203" pitchFamily="34" charset="0"/>
                <a:ea typeface="黑体" panose="02010609060101010101" pitchFamily="49" charset="-122"/>
                <a:cs typeface="Arial" panose="020B0604020202020204" pitchFamily="34" charset="0"/>
              </a:defRPr>
            </a:lvl2pPr>
            <a:lvl3pPr marL="1063625" indent="-327025">
              <a:buClr>
                <a:srgbClr val="D7000F"/>
              </a:buClr>
              <a:buFont typeface="Wingdings 2" panose="05020102010507070707" pitchFamily="18" charset="2"/>
              <a:buChar char="¡"/>
              <a:defRPr sz="1600" baseline="0">
                <a:solidFill>
                  <a:srgbClr val="000066"/>
                </a:solidFill>
                <a:latin typeface="Lato" panose="020F0502020204030203" pitchFamily="34" charset="0"/>
                <a:ea typeface="黑体" panose="02010609060101010101" pitchFamily="49" charset="-122"/>
                <a:cs typeface="Arial" panose="020B0604020202020204" pitchFamily="34" charset="0"/>
              </a:defRPr>
            </a:lvl3pPr>
            <a:lvl4pPr marL="1323975" indent="-258763">
              <a:buClr>
                <a:srgbClr val="D7000F"/>
              </a:buClr>
              <a:buFont typeface="Wingdings 2" panose="05020102010507070707" pitchFamily="18" charset="2"/>
              <a:buChar char="¡"/>
              <a:defRPr>
                <a:solidFill>
                  <a:srgbClr val="000066"/>
                </a:solidFill>
                <a:latin typeface="Arial" panose="020B0604020202020204" pitchFamily="34" charset="0"/>
                <a:ea typeface="黑体" panose="02010609060101010101" pitchFamily="49" charset="-122"/>
                <a:cs typeface="Arial" panose="020B0604020202020204" pitchFamily="34" charset="0"/>
              </a:defRPr>
            </a:lvl4pPr>
            <a:lvl5pPr marL="1550988" indent="-225425">
              <a:buClr>
                <a:srgbClr val="D7000F"/>
              </a:buClr>
              <a:buFont typeface="Wingdings 2" panose="05020102010507070707" pitchFamily="18" charset="2"/>
              <a:buChar char="¡"/>
              <a:defRPr>
                <a:solidFill>
                  <a:srgbClr val="000066"/>
                </a:solidFill>
                <a:latin typeface="Arial" panose="020B0604020202020204" pitchFamily="34" charset="0"/>
                <a:ea typeface="黑体" panose="02010609060101010101" pitchFamily="49" charset="-122"/>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Text Placeholder 10">
            <a:extLst>
              <a:ext uri="{FF2B5EF4-FFF2-40B4-BE49-F238E27FC236}">
                <a16:creationId xmlns:a16="http://schemas.microsoft.com/office/drawing/2014/main" id="{782C7A1F-8DBD-5E7D-4C84-8AF32CC9F5FB}"/>
              </a:ext>
            </a:extLst>
          </p:cNvPr>
          <p:cNvSpPr>
            <a:spLocks noGrp="1"/>
          </p:cNvSpPr>
          <p:nvPr>
            <p:ph type="body" sz="quarter" idx="11" hasCustomPrompt="1"/>
          </p:nvPr>
        </p:nvSpPr>
        <p:spPr>
          <a:xfrm>
            <a:off x="384175" y="1404938"/>
            <a:ext cx="6192838" cy="5472112"/>
          </a:xfrm>
          <a:prstGeom prst="rect">
            <a:avLst/>
          </a:prstGeom>
        </p:spPr>
        <p:txBody>
          <a:bodyPr lIns="0" tIns="0" rIns="0" bIns="0"/>
          <a:lstStyle>
            <a:lvl1pPr marL="385763" indent="-385763">
              <a:buClr>
                <a:srgbClr val="D7000F"/>
              </a:buClr>
              <a:buFont typeface="Wingdings 2" panose="05020102010507070707" pitchFamily="18" charset="2"/>
              <a:buChar char="¡"/>
              <a:defRPr sz="20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marL="735013" indent="-347663">
              <a:buClr>
                <a:srgbClr val="D7000F"/>
              </a:buClr>
              <a:buFont typeface="Wingdings 2" panose="05020102010507070707" pitchFamily="18" charset="2"/>
              <a:buChar char="¡"/>
              <a:defRPr sz="1800" baseline="0">
                <a:solidFill>
                  <a:srgbClr val="000066"/>
                </a:solidFill>
                <a:latin typeface="Lato" panose="020F0502020204030203" pitchFamily="34" charset="0"/>
                <a:ea typeface="黑体" panose="02010609060101010101" pitchFamily="49" charset="-122"/>
                <a:cs typeface="Arial" panose="020B0604020202020204" pitchFamily="34" charset="0"/>
              </a:defRPr>
            </a:lvl2pPr>
            <a:lvl3pPr marL="1063625" indent="-327025">
              <a:buClr>
                <a:srgbClr val="D7000F"/>
              </a:buClr>
              <a:buFont typeface="Wingdings 2" panose="05020102010507070707" pitchFamily="18" charset="2"/>
              <a:buChar char="¡"/>
              <a:defRPr sz="1600" baseline="0">
                <a:solidFill>
                  <a:srgbClr val="000066"/>
                </a:solidFill>
                <a:latin typeface="Lato" panose="020F0502020204030203" pitchFamily="34" charset="0"/>
                <a:ea typeface="黑体" panose="02010609060101010101" pitchFamily="49" charset="-122"/>
                <a:cs typeface="Arial" panose="020B0604020202020204" pitchFamily="34" charset="0"/>
              </a:defRPr>
            </a:lvl3pPr>
            <a:lvl4pPr marL="1323975" indent="-258763">
              <a:buClr>
                <a:srgbClr val="D7000F"/>
              </a:buClr>
              <a:buFont typeface="Wingdings 2" panose="05020102010507070707" pitchFamily="18" charset="2"/>
              <a:buChar char="¡"/>
              <a:defRPr>
                <a:solidFill>
                  <a:srgbClr val="000066"/>
                </a:solidFill>
                <a:latin typeface="Arial" panose="020B0604020202020204" pitchFamily="34" charset="0"/>
                <a:ea typeface="黑体" panose="02010609060101010101" pitchFamily="49" charset="-122"/>
                <a:cs typeface="Arial" panose="020B0604020202020204" pitchFamily="34" charset="0"/>
              </a:defRPr>
            </a:lvl4pPr>
            <a:lvl5pPr marL="1550988" indent="-225425">
              <a:buClr>
                <a:srgbClr val="D7000F"/>
              </a:buClr>
              <a:buFont typeface="Wingdings 2" panose="05020102010507070707" pitchFamily="18" charset="2"/>
              <a:buChar char="¡"/>
              <a:defRPr>
                <a:solidFill>
                  <a:srgbClr val="000066"/>
                </a:solidFill>
                <a:latin typeface="Arial" panose="020B0604020202020204" pitchFamily="34" charset="0"/>
                <a:ea typeface="黑体" panose="02010609060101010101" pitchFamily="49" charset="-122"/>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Rectangle 5">
            <a:extLst>
              <a:ext uri="{FF2B5EF4-FFF2-40B4-BE49-F238E27FC236}">
                <a16:creationId xmlns:a16="http://schemas.microsoft.com/office/drawing/2014/main" id="{EAAEC81E-09CA-B40F-608A-A593BB5B2C6B}"/>
              </a:ext>
            </a:extLst>
          </p:cNvPr>
          <p:cNvSpPr>
            <a:spLocks noGrp="1" noChangeArrowheads="1"/>
          </p:cNvSpPr>
          <p:nvPr>
            <p:ph type="title"/>
          </p:nvPr>
        </p:nvSpPr>
        <p:spPr bwMode="auto">
          <a:xfrm>
            <a:off x="384175" y="93840"/>
            <a:ext cx="12674600" cy="87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defRPr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stStyle>
          <a:p>
            <a:pPr lvl="0"/>
            <a:r>
              <a:rPr lang="en-US" altLang="zh-TW" dirty="0"/>
              <a:t>Click to edit Master title style</a:t>
            </a:r>
          </a:p>
        </p:txBody>
      </p:sp>
    </p:spTree>
    <p:extLst>
      <p:ext uri="{BB962C8B-B14F-4D97-AF65-F5344CB8AC3E}">
        <p14:creationId xmlns:p14="http://schemas.microsoft.com/office/powerpoint/2010/main" val="102495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6" name="Table Placeholder 2">
            <a:extLst>
              <a:ext uri="{FF2B5EF4-FFF2-40B4-BE49-F238E27FC236}">
                <a16:creationId xmlns:a16="http://schemas.microsoft.com/office/drawing/2014/main" id="{A946C682-0F8E-495F-8A0D-4C078549C938}"/>
              </a:ext>
            </a:extLst>
          </p:cNvPr>
          <p:cNvSpPr>
            <a:spLocks noGrp="1"/>
          </p:cNvSpPr>
          <p:nvPr>
            <p:ph type="tbl" idx="1"/>
          </p:nvPr>
        </p:nvSpPr>
        <p:spPr>
          <a:xfrm>
            <a:off x="384175" y="1404938"/>
            <a:ext cx="12674600" cy="5472111"/>
          </a:xfrm>
          <a:prstGeom prst="rect">
            <a:avLst/>
          </a:prstGeom>
        </p:spPr>
        <p:txBody>
          <a:bodyPr lIns="0" tIns="0" rIns="0" bIns="0"/>
          <a:lstStyle>
            <a:lvl1pPr marL="385763" indent="-385763">
              <a:buClr>
                <a:srgbClr val="D7000F"/>
              </a:buClr>
              <a:buFont typeface="Wingdings 2" panose="05020102010507070707" pitchFamily="18" charset="2"/>
              <a:buChar char="¡"/>
              <a:defRPr baseline="0">
                <a:solidFill>
                  <a:srgbClr val="000066"/>
                </a:solidFill>
                <a:latin typeface="Lato" panose="020F0502020204030203" pitchFamily="34" charset="0"/>
                <a:ea typeface="黑体" panose="02010609060101010101" pitchFamily="49" charset="-122"/>
              </a:defRPr>
            </a:lvl1pPr>
          </a:lstStyle>
          <a:p>
            <a:endParaRPr lang="en-GB" dirty="0"/>
          </a:p>
        </p:txBody>
      </p:sp>
    </p:spTree>
    <p:extLst>
      <p:ext uri="{BB962C8B-B14F-4D97-AF65-F5344CB8AC3E}">
        <p14:creationId xmlns:p14="http://schemas.microsoft.com/office/powerpoint/2010/main" val="3061937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免责声明_1">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FA6D1C1E-42BE-CA0A-C92E-D710DEAD235D}"/>
              </a:ext>
            </a:extLst>
          </p:cNvPr>
          <p:cNvGraphicFramePr>
            <a:graphicFrameLocks noGrp="1"/>
          </p:cNvGraphicFramePr>
          <p:nvPr userDrawn="1">
            <p:extLst>
              <p:ext uri="{D42A27DB-BD31-4B8C-83A1-F6EECF244321}">
                <p14:modId xmlns:p14="http://schemas.microsoft.com/office/powerpoint/2010/main" val="2758170431"/>
              </p:ext>
            </p:extLst>
          </p:nvPr>
        </p:nvGraphicFramePr>
        <p:xfrm>
          <a:off x="312763" y="1129021"/>
          <a:ext cx="12719169" cy="3487141"/>
        </p:xfrm>
        <a:graphic>
          <a:graphicData uri="http://schemas.openxmlformats.org/drawingml/2006/table">
            <a:tbl>
              <a:tblPr>
                <a:tableStyleId>{5C22544A-7EE6-4342-B048-85BDC9FD1C3A}</a:tableStyleId>
              </a:tblPr>
              <a:tblGrid>
                <a:gridCol w="12719169">
                  <a:extLst>
                    <a:ext uri="{9D8B030D-6E8A-4147-A177-3AD203B41FA5}">
                      <a16:colId xmlns:a16="http://schemas.microsoft.com/office/drawing/2014/main" val="2561264692"/>
                    </a:ext>
                  </a:extLst>
                </a:gridCol>
              </a:tblGrid>
              <a:tr h="164356">
                <a:tc>
                  <a:txBody>
                    <a:bodyPr/>
                    <a:lstStyle/>
                    <a:p>
                      <a:pPr algn="just">
                        <a:lnSpc>
                          <a:spcPts val="1300"/>
                        </a:lnSpc>
                        <a:spcBef>
                          <a:spcPts val="360"/>
                        </a:spcBef>
                        <a:spcAft>
                          <a:spcPts val="600"/>
                        </a:spcAft>
                      </a:pPr>
                      <a:r>
                        <a:rPr lang="zh-CN" sz="1100" b="1"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分析师声明</a:t>
                      </a:r>
                      <a:endParaRPr lang="zh-CN" sz="1100" b="1" kern="100" baseline="0" dirty="0">
                        <a:solidFill>
                          <a:srgbClr val="0D0D0D"/>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251347696"/>
                  </a:ext>
                </a:extLst>
              </a:tr>
              <a:tr h="361291">
                <a:tc>
                  <a:txBody>
                    <a:bodyPr/>
                    <a:lstStyle/>
                    <a:p>
                      <a:pPr indent="190500" algn="just">
                        <a:lnSpc>
                          <a:spcPts val="1300"/>
                        </a:lnSpc>
                        <a:spcBef>
                          <a:spcPts val="360"/>
                        </a:spcBef>
                        <a:spcAft>
                          <a:spcPts val="360"/>
                        </a:spcAft>
                      </a:pP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主要负责撰写本研究报告全部或部分内容的分析师在此声明：（</a:t>
                      </a:r>
                      <a:r>
                        <a:rPr lang="en-US" sz="1000" kern="100" baseline="0" dirty="0" err="1">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i</a:t>
                      </a: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）本研究报告所表述的任何观点均精准地反映了上述每位分析师个人对标的证券和发行人的看法；（</a:t>
                      </a:r>
                      <a:r>
                        <a:rPr lang="en-US"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ii</a:t>
                      </a: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）该分析师所得报酬的任何组成部分无论是在过去、现在及将来均不会直接或间接地与研究报告所表述的具体建议或观点相联系。</a:t>
                      </a:r>
                      <a:endParaRPr lang="zh-CN" sz="1000" kern="100" baseline="0" dirty="0">
                        <a:solidFill>
                          <a:srgbClr val="0D0D0D"/>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1882204949"/>
                  </a:ext>
                </a:extLst>
              </a:tr>
              <a:tr h="164356">
                <a:tc>
                  <a:txBody>
                    <a:bodyPr/>
                    <a:lstStyle/>
                    <a:p>
                      <a:pPr algn="just">
                        <a:lnSpc>
                          <a:spcPts val="1300"/>
                        </a:lnSpc>
                        <a:spcBef>
                          <a:spcPts val="360"/>
                        </a:spcBef>
                        <a:spcAft>
                          <a:spcPts val="360"/>
                        </a:spcAft>
                      </a:pPr>
                      <a:r>
                        <a:rPr lang="zh-CN" sz="1100" b="1"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一般性声明</a:t>
                      </a:r>
                      <a:endParaRPr lang="zh-CN" sz="1100" b="1" kern="100" baseline="0" dirty="0">
                        <a:solidFill>
                          <a:srgbClr val="0D0D0D"/>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2109275905"/>
                  </a:ext>
                </a:extLst>
              </a:tr>
              <a:tr h="2275694">
                <a:tc>
                  <a:txBody>
                    <a:bodyPr/>
                    <a:lstStyle/>
                    <a:p>
                      <a:pPr indent="190500" algn="just">
                        <a:lnSpc>
                          <a:spcPts val="1300"/>
                        </a:lnSpc>
                        <a:spcBef>
                          <a:spcPts val="0"/>
                        </a:spcBef>
                        <a:spcAft>
                          <a:spcPts val="600"/>
                        </a:spcAft>
                      </a:pP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本研究报告由中信证券股份有限公司或其附属机构制作。中信证券股份有限公司及其全球的附属机构、分支机构及联营机构（仅就本研究报告免责条款而言，不含</a:t>
                      </a:r>
                      <a:r>
                        <a:rPr lang="en-US"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group of companies</a:t>
                      </a: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），统称为“中信证券”。</a:t>
                      </a:r>
                    </a:p>
                    <a:p>
                      <a:pPr indent="190500" algn="just">
                        <a:lnSpc>
                          <a:spcPts val="1300"/>
                        </a:lnSpc>
                        <a:spcBef>
                          <a:spcPts val="0"/>
                        </a:spcBef>
                        <a:spcAft>
                          <a:spcPts val="600"/>
                        </a:spcAft>
                      </a:pP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对于收件人而言属高度机密，只有收件人才能使用。本研究报告并非意图发送、发布给在当地法律或监管规则下不允许向其发送、发布该研究报告的人员。本研究报告仅为参考之用，在任何地区均不应被视为买卖任何证券、金融工具的要约或要约邀请。中信证券并不因收件人收到本报告而视其为中信证券的客户。本报告所包含的观点及建议并未考虑个别客户的特殊状况、目标或需要，不应被视为对特定客户关于特定证券或金融工具的建议或策略。对于本报告中提及的任何证券或金融工具，本报告的收件人须保持自身的独立判断并自行承担投资风险。</a:t>
                      </a:r>
                    </a:p>
                    <a:p>
                      <a:pPr indent="190500" algn="just">
                        <a:lnSpc>
                          <a:spcPts val="1300"/>
                        </a:lnSpc>
                        <a:spcBef>
                          <a:spcPts val="0"/>
                        </a:spcBef>
                        <a:spcAft>
                          <a:spcPts val="600"/>
                        </a:spcAft>
                      </a:pP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报告所载资料的来源被认为是可靠的，但中信证券不保证其准确性或完整性。中信证券并不对使用本报告或其所包含的内容产生的任何直接或间接损失或与此有关的其他损失承担任何责任。本报告提及的任何证券或金融工具均可能含有重大的风险，可能不易变卖以及不适合所有投资者。本报告所提及的证券或金融工具的价格、价值及收益可跌可升。过往的业绩并不能代表未来的表现。</a:t>
                      </a:r>
                    </a:p>
                    <a:p>
                      <a:pPr indent="190500" algn="just">
                        <a:lnSpc>
                          <a:spcPts val="1300"/>
                        </a:lnSpc>
                        <a:spcBef>
                          <a:spcPts val="0"/>
                        </a:spcBef>
                        <a:spcAft>
                          <a:spcPts val="600"/>
                        </a:spcAft>
                      </a:pP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报告所载的资料、观点及预测均反映了中信证券在最初发布该报告日期当日分析师的判断，可以在不发出通知的情况下做出更改，亦可因使用不同假设和标准、采用不同观点和分析方法而与中信证券其它业务部门、单位或附属机构在制作类似的其他材料时所给出的意见不同或者相反。中信证券并不承担提示本报告的收件人注意该等材料的责任。中信证券通过信息隔离墙控制中信证券内部一个或多个领域的信息向中信证券其他领域、单位、集团及其他附属机构的流动。负责撰写本报告的分析师的薪酬由研究部门管理层和中信证券高级管理层全权决定。分析师的薪酬不是基于中信证券投资银行收入而定，但是，分析师的薪酬可能与投行整体收入有关，其中包括投资银行、销售与交易业务。</a:t>
                      </a:r>
                    </a:p>
                    <a:p>
                      <a:pPr indent="190500" algn="just">
                        <a:lnSpc>
                          <a:spcPts val="1300"/>
                        </a:lnSpc>
                        <a:spcBef>
                          <a:spcPts val="0"/>
                        </a:spcBef>
                        <a:spcAft>
                          <a:spcPts val="600"/>
                        </a:spcAft>
                      </a:pPr>
                      <a:r>
                        <a:rPr lang="zh-CN" sz="1000"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若中信证券以外的金融机构发送本报告，则由该金融机构为此发送行为承担全部责任。该机构的客户应联系该机构以交易本报告中提及的证券或要求获悉更详细信息。本报告不构成中信证券向发送本报告金融机构之客户提供的投资建议，中信证券以及中信证券的各个高级职员、董事和员工亦不为（前述金融机构之客户）因使用本报告或报告载明的内容产生的直接或间接损失承担任何责任。</a:t>
                      </a:r>
                      <a:endParaRPr lang="zh-CN" sz="1000" kern="100" baseline="0" dirty="0">
                        <a:solidFill>
                          <a:srgbClr val="0D0D0D"/>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4226187106"/>
                  </a:ext>
                </a:extLst>
              </a:tr>
              <a:tr h="353997">
                <a:tc>
                  <a:txBody>
                    <a:bodyPr/>
                    <a:lstStyle/>
                    <a:p>
                      <a:pPr algn="just">
                        <a:lnSpc>
                          <a:spcPts val="1300"/>
                        </a:lnSpc>
                        <a:spcBef>
                          <a:spcPts val="0"/>
                        </a:spcBef>
                        <a:spcAft>
                          <a:spcPts val="200"/>
                        </a:spcAft>
                      </a:pPr>
                      <a:endParaRPr lang="en-US" altLang="zh-CN" sz="1100" b="1"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p>
                      <a:pPr algn="just">
                        <a:lnSpc>
                          <a:spcPts val="1300"/>
                        </a:lnSpc>
                        <a:spcBef>
                          <a:spcPts val="0"/>
                        </a:spcBef>
                        <a:spcAft>
                          <a:spcPts val="200"/>
                        </a:spcAft>
                      </a:pPr>
                      <a:r>
                        <a:rPr lang="zh-CN" sz="1100" b="1" kern="100" baseline="0" dirty="0">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评级说明</a:t>
                      </a:r>
                      <a:endParaRPr lang="zh-CN" sz="1100" b="1" kern="100" baseline="0" dirty="0">
                        <a:solidFill>
                          <a:srgbClr val="0D0D0D"/>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3541803379"/>
                  </a:ext>
                </a:extLst>
              </a:tr>
              <a:tr h="164356">
                <a:tc>
                  <a:txBody>
                    <a:bodyPr/>
                    <a:lstStyle/>
                    <a:p>
                      <a:pPr algn="just">
                        <a:lnSpc>
                          <a:spcPts val="1300"/>
                        </a:lnSpc>
                        <a:spcBef>
                          <a:spcPts val="360"/>
                        </a:spcBef>
                        <a:spcAft>
                          <a:spcPts val="200"/>
                        </a:spcAft>
                      </a:pPr>
                      <a:r>
                        <a:rPr lang="en-US" sz="1000" kern="100" dirty="0">
                          <a:effectLst/>
                          <a:uFill>
                            <a:solidFill>
                              <a:srgbClr val="0D0D0D"/>
                            </a:solidFill>
                          </a:uFill>
                          <a:latin typeface="Arial" panose="020B0604020202020204" pitchFamily="34" charset="0"/>
                          <a:ea typeface="黑体" panose="02010609060101010101" pitchFamily="49" charset="-122"/>
                          <a:cs typeface="Arial" panose="020B0604020202020204" pitchFamily="34" charset="0"/>
                        </a:rPr>
                        <a:t> </a:t>
                      </a:r>
                      <a:endParaRPr lang="zh-CN" sz="1000" b="1" kern="100" dirty="0">
                        <a:solidFill>
                          <a:srgbClr val="0D0D0D"/>
                        </a:solidFill>
                        <a:effectLst/>
                        <a:uFill>
                          <a:solidFill>
                            <a:srgbClr val="0D0D0D"/>
                          </a:solidFill>
                        </a:uFill>
                        <a:latin typeface="Arial" panose="020B0604020202020204"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710064870"/>
                  </a:ext>
                </a:extLst>
              </a:tr>
            </a:tbl>
          </a:graphicData>
        </a:graphic>
      </p:graphicFrame>
      <p:graphicFrame>
        <p:nvGraphicFramePr>
          <p:cNvPr id="6" name="表格 5">
            <a:extLst>
              <a:ext uri="{FF2B5EF4-FFF2-40B4-BE49-F238E27FC236}">
                <a16:creationId xmlns:a16="http://schemas.microsoft.com/office/drawing/2014/main" id="{71EACC6F-BC84-2E6D-3F0B-71564845A13F}"/>
              </a:ext>
            </a:extLst>
          </p:cNvPr>
          <p:cNvGraphicFramePr>
            <a:graphicFrameLocks noGrp="1"/>
          </p:cNvGraphicFramePr>
          <p:nvPr userDrawn="1">
            <p:extLst>
              <p:ext uri="{D42A27DB-BD31-4B8C-83A1-F6EECF244321}">
                <p14:modId xmlns:p14="http://schemas.microsoft.com/office/powerpoint/2010/main" val="1623929280"/>
              </p:ext>
            </p:extLst>
          </p:nvPr>
        </p:nvGraphicFramePr>
        <p:xfrm>
          <a:off x="393456" y="4590064"/>
          <a:ext cx="12656463" cy="2289479"/>
        </p:xfrm>
        <a:graphic>
          <a:graphicData uri="http://schemas.openxmlformats.org/drawingml/2006/table">
            <a:tbl>
              <a:tblPr>
                <a:tableStyleId>{5C22544A-7EE6-4342-B048-85BDC9FD1C3A}</a:tableStyleId>
              </a:tblPr>
              <a:tblGrid>
                <a:gridCol w="4953769">
                  <a:extLst>
                    <a:ext uri="{9D8B030D-6E8A-4147-A177-3AD203B41FA5}">
                      <a16:colId xmlns:a16="http://schemas.microsoft.com/office/drawing/2014/main" val="1597401985"/>
                    </a:ext>
                  </a:extLst>
                </a:gridCol>
                <a:gridCol w="1169543">
                  <a:extLst>
                    <a:ext uri="{9D8B030D-6E8A-4147-A177-3AD203B41FA5}">
                      <a16:colId xmlns:a16="http://schemas.microsoft.com/office/drawing/2014/main" val="3323347003"/>
                    </a:ext>
                  </a:extLst>
                </a:gridCol>
                <a:gridCol w="869659">
                  <a:extLst>
                    <a:ext uri="{9D8B030D-6E8A-4147-A177-3AD203B41FA5}">
                      <a16:colId xmlns:a16="http://schemas.microsoft.com/office/drawing/2014/main" val="3443455311"/>
                    </a:ext>
                  </a:extLst>
                </a:gridCol>
                <a:gridCol w="5663492">
                  <a:extLst>
                    <a:ext uri="{9D8B030D-6E8A-4147-A177-3AD203B41FA5}">
                      <a16:colId xmlns:a16="http://schemas.microsoft.com/office/drawing/2014/main" val="3351882432"/>
                    </a:ext>
                  </a:extLst>
                </a:gridCol>
              </a:tblGrid>
              <a:tr h="231507">
                <a:tc>
                  <a:txBody>
                    <a:bodyPr/>
                    <a:lstStyle/>
                    <a:p>
                      <a:pPr algn="just">
                        <a:lnSpc>
                          <a:spcPts val="1200"/>
                        </a:lnSpc>
                        <a:spcBef>
                          <a:spcPts val="240"/>
                        </a:spcBef>
                        <a:spcAft>
                          <a:spcPts val="240"/>
                        </a:spcAft>
                      </a:pPr>
                      <a:r>
                        <a:rPr lang="zh-CN" sz="900" b="1" kern="0" baseline="0" dirty="0">
                          <a:effectLst/>
                          <a:latin typeface="Lato" panose="020F0502020204030203" pitchFamily="34" charset="0"/>
                          <a:ea typeface="黑体" panose="02010609060101010101" pitchFamily="49" charset="-122"/>
                          <a:cs typeface="Arial" panose="020B0604020202020204" pitchFamily="34" charset="0"/>
                        </a:rPr>
                        <a:t>投资建议的评级标准</a:t>
                      </a:r>
                      <a:endParaRPr lang="zh-CN" sz="900" b="1"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marL="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270" algn="ctr">
                        <a:lnSpc>
                          <a:spcPts val="1200"/>
                        </a:lnSpc>
                        <a:spcBef>
                          <a:spcPts val="240"/>
                        </a:spcBef>
                        <a:spcAft>
                          <a:spcPts val="240"/>
                        </a:spcAft>
                      </a:pPr>
                      <a:r>
                        <a:rPr lang="en-US" sz="900" b="1" kern="0" baseline="0" dirty="0">
                          <a:effectLst/>
                          <a:latin typeface="Lato" panose="020F0502020204030203" pitchFamily="34" charset="0"/>
                          <a:ea typeface="黑体" panose="02010609060101010101" pitchFamily="49" charset="-122"/>
                          <a:cs typeface="Arial" panose="020B0604020202020204" pitchFamily="34" charset="0"/>
                        </a:rPr>
                        <a:t> </a:t>
                      </a:r>
                      <a:endParaRPr lang="zh-CN" sz="900" b="1"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b="1" kern="0" baseline="0" dirty="0">
                          <a:effectLst/>
                          <a:latin typeface="Lato" panose="020F0502020204030203" pitchFamily="34" charset="0"/>
                          <a:ea typeface="黑体" panose="02010609060101010101" pitchFamily="49" charset="-122"/>
                          <a:cs typeface="Arial" panose="020B0604020202020204" pitchFamily="34" charset="0"/>
                        </a:rPr>
                        <a:t>评级</a:t>
                      </a:r>
                      <a:endParaRPr lang="zh-CN" sz="900" b="1"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b="1" kern="0" baseline="0" dirty="0">
                          <a:effectLst/>
                          <a:latin typeface="Lato" panose="020F0502020204030203" pitchFamily="34" charset="0"/>
                          <a:ea typeface="黑体" panose="02010609060101010101" pitchFamily="49" charset="-122"/>
                          <a:cs typeface="Arial" panose="020B0604020202020204" pitchFamily="34" charset="0"/>
                        </a:rPr>
                        <a:t>说明</a:t>
                      </a:r>
                      <a:endParaRPr lang="zh-CN" sz="900" b="1"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0984955"/>
                  </a:ext>
                </a:extLst>
              </a:tr>
              <a:tr h="249785">
                <a:tc rowSpan="7">
                  <a:txBody>
                    <a:bodyPr/>
                    <a:lstStyle/>
                    <a:p>
                      <a:pPr algn="just">
                        <a:lnSpc>
                          <a:spcPts val="1200"/>
                        </a:lnSpc>
                        <a:spcBef>
                          <a:spcPts val="240"/>
                        </a:spcBef>
                        <a:spcAft>
                          <a:spcPts val="240"/>
                        </a:spcAft>
                      </a:pPr>
                      <a:r>
                        <a:rPr lang="zh-CN" sz="900" kern="0" baseline="0" dirty="0">
                          <a:effectLst/>
                          <a:latin typeface="Lato" panose="020F0502020204030203" pitchFamily="34" charset="0"/>
                          <a:ea typeface="黑体" panose="02010609060101010101" pitchFamily="49" charset="-122"/>
                          <a:cs typeface="Arial" panose="020B0604020202020204" pitchFamily="34" charset="0"/>
                        </a:rPr>
                        <a:t>报</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告中投资建议所涉及的评级分为股票评级和行业评级（另有说明的除外）。评级标准为报告发布日后</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6</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到</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12</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个月内的相对市场表现，也即：以报告发布日后的</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6</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到</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12</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个月内的公司股价（或行业指数）相对同期相关证券市场代表性指数的涨跌幅作为基准。其中：</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A</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股市场以沪深</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300</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指数为基准，新三板市场以三板成指（针对协议转让标的）或三板做市指数（针对做市转让标的）为基准；中国香港市场以摩根士丹利中国指数为基准；美国市场以纳斯达克综合指数或标普</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500</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指数为基准；韩国市场以韩国</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KOSDAQ</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指数或</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KOSPI</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指数为基准；日本市场以日经</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225</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指数为基准；中国台湾市场以台湾加权指数为基准；法国市场以法国</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CAC 40</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指数为基准；意大利市场以意大利富时</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MIB</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指数为基准；德国市场以德国</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DAX</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指数为基准；瑞士市场以瑞士</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SMI</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指数为基准；英国市场以英国富时</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100</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指数为基准；新加坡市场以新加坡海峡时报指数为基准；泰国市场以泰国</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SET</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指数为基准；印度尼西亚市场以印度尼西亚</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JCI</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指数为基准；马来西亚市场以富时大马吉隆坡综合指数为基准；巴西市场以巴西</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IBOVESPA</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指数为基准；西班牙市场以西班牙</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IBEX35</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指数为基准；印度市场以印度孟买</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SENSEX30</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指数为基准；沙特市场以沙特全股指数为基准；阿联酋市场以阿联酋</a:t>
                      </a:r>
                      <a:r>
                        <a:rPr lang="en-US" altLang="zh-CN" sz="900" kern="0" baseline="0" dirty="0">
                          <a:effectLst/>
                          <a:latin typeface="Lato" panose="020F0502020204030203" pitchFamily="34" charset="0"/>
                          <a:ea typeface="黑体" panose="02010609060101010101" pitchFamily="49" charset="-122"/>
                          <a:cs typeface="Arial" panose="020B0604020202020204" pitchFamily="34" charset="0"/>
                        </a:rPr>
                        <a:t>DFM</a:t>
                      </a:r>
                      <a:r>
                        <a:rPr lang="zh-CN" altLang="en-US" sz="900" kern="0" baseline="0" dirty="0">
                          <a:effectLst/>
                          <a:latin typeface="Lato" panose="020F0502020204030203" pitchFamily="34" charset="0"/>
                          <a:ea typeface="黑体" panose="02010609060101010101" pitchFamily="49" charset="-122"/>
                          <a:cs typeface="Arial" panose="020B0604020202020204" pitchFamily="34" charset="0"/>
                        </a:rPr>
                        <a:t>综合股票指数为基准。</a:t>
                      </a:r>
                      <a:endParaRPr lang="zh-CN" sz="900"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marL="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rowSpan="4">
                  <a:txBody>
                    <a:bodyPr/>
                    <a:lstStyle/>
                    <a:p>
                      <a:pPr marL="1270" algn="ctr">
                        <a:lnSpc>
                          <a:spcPts val="1200"/>
                        </a:lnSpc>
                        <a:spcBef>
                          <a:spcPts val="240"/>
                        </a:spcBef>
                        <a:spcAft>
                          <a:spcPts val="240"/>
                        </a:spcAft>
                      </a:pPr>
                      <a:r>
                        <a:rPr lang="zh-CN" sz="900" kern="0" baseline="0" dirty="0">
                          <a:effectLst/>
                          <a:latin typeface="Lato" panose="020F0502020204030203" pitchFamily="34" charset="0"/>
                          <a:ea typeface="黑体" panose="02010609060101010101" pitchFamily="49" charset="-122"/>
                          <a:cs typeface="Arial" panose="020B0604020202020204" pitchFamily="34" charset="0"/>
                        </a:rPr>
                        <a:t>股票评级</a:t>
                      </a:r>
                      <a:endParaRPr lang="zh-CN" sz="900"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买入</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相对同期相关证券市场代表性指数涨幅</a:t>
                      </a:r>
                      <a:r>
                        <a:rPr lang="en-US" sz="900" kern="0" baseline="0">
                          <a:effectLst/>
                          <a:latin typeface="Lato" panose="020F0502020204030203" pitchFamily="34" charset="0"/>
                          <a:ea typeface="黑体" panose="02010609060101010101" pitchFamily="49" charset="-122"/>
                          <a:cs typeface="Arial" panose="020B0604020202020204" pitchFamily="34" charset="0"/>
                        </a:rPr>
                        <a:t>20%</a:t>
                      </a:r>
                      <a:r>
                        <a:rPr lang="zh-CN" sz="900" kern="0" baseline="0">
                          <a:effectLst/>
                          <a:latin typeface="Lato" panose="020F0502020204030203" pitchFamily="34" charset="0"/>
                          <a:ea typeface="黑体" panose="02010609060101010101" pitchFamily="49" charset="-122"/>
                          <a:cs typeface="Arial" panose="020B0604020202020204" pitchFamily="34" charset="0"/>
                        </a:rPr>
                        <a:t>以上</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7902724"/>
                  </a:ext>
                </a:extLst>
              </a:tr>
              <a:tr h="249785">
                <a:tc vMerge="1">
                  <a:txBody>
                    <a:bodyPr/>
                    <a:lstStyle/>
                    <a:p>
                      <a:endParaRPr lang="zh-CN" altLang="en-US"/>
                    </a:p>
                  </a:txBody>
                  <a:tcPr/>
                </a:tc>
                <a:tc vMerge="1">
                  <a:txBody>
                    <a:bodyPr/>
                    <a:lstStyle/>
                    <a:p>
                      <a:endParaRPr lang="zh-CN" altLang="en-US"/>
                    </a:p>
                  </a:txBody>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增持</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相对同期相关证券市场代表性指数涨幅介于</a:t>
                      </a:r>
                      <a:r>
                        <a:rPr lang="en-US" sz="900" kern="0" baseline="0">
                          <a:effectLst/>
                          <a:latin typeface="Lato" panose="020F0502020204030203" pitchFamily="34" charset="0"/>
                          <a:ea typeface="黑体" panose="02010609060101010101" pitchFamily="49" charset="-122"/>
                          <a:cs typeface="Arial" panose="020B0604020202020204" pitchFamily="34" charset="0"/>
                        </a:rPr>
                        <a:t>5%</a:t>
                      </a:r>
                      <a:r>
                        <a:rPr lang="zh-CN" sz="900" kern="0" baseline="0">
                          <a:effectLst/>
                          <a:latin typeface="Lato" panose="020F0502020204030203" pitchFamily="34" charset="0"/>
                          <a:ea typeface="黑体" panose="02010609060101010101" pitchFamily="49" charset="-122"/>
                          <a:cs typeface="Arial" panose="020B0604020202020204" pitchFamily="34" charset="0"/>
                        </a:rPr>
                        <a:t>～</a:t>
                      </a:r>
                      <a:r>
                        <a:rPr lang="en-US" sz="900" kern="0" baseline="0">
                          <a:effectLst/>
                          <a:latin typeface="Lato" panose="020F0502020204030203" pitchFamily="34" charset="0"/>
                          <a:ea typeface="黑体" panose="02010609060101010101" pitchFamily="49" charset="-122"/>
                          <a:cs typeface="Arial" panose="020B0604020202020204" pitchFamily="34" charset="0"/>
                        </a:rPr>
                        <a:t>20%</a:t>
                      </a:r>
                      <a:r>
                        <a:rPr lang="zh-CN" sz="900" kern="0" baseline="0">
                          <a:effectLst/>
                          <a:latin typeface="Lato" panose="020F0502020204030203" pitchFamily="34" charset="0"/>
                          <a:ea typeface="黑体" panose="02010609060101010101" pitchFamily="49" charset="-122"/>
                          <a:cs typeface="Arial" panose="020B0604020202020204" pitchFamily="34" charset="0"/>
                        </a:rPr>
                        <a:t>之间</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3316011"/>
                  </a:ext>
                </a:extLst>
              </a:tr>
              <a:tr h="249785">
                <a:tc vMerge="1">
                  <a:txBody>
                    <a:bodyPr/>
                    <a:lstStyle/>
                    <a:p>
                      <a:endParaRPr lang="zh-CN" altLang="en-US"/>
                    </a:p>
                  </a:txBody>
                  <a:tcPr/>
                </a:tc>
                <a:tc vMerge="1">
                  <a:txBody>
                    <a:bodyPr/>
                    <a:lstStyle/>
                    <a:p>
                      <a:endParaRPr lang="zh-CN" altLang="en-US"/>
                    </a:p>
                  </a:txBody>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持有</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dirty="0">
                          <a:effectLst/>
                          <a:latin typeface="Lato" panose="020F0502020204030203" pitchFamily="34" charset="0"/>
                          <a:ea typeface="黑体" panose="02010609060101010101" pitchFamily="49" charset="-122"/>
                          <a:cs typeface="Arial" panose="020B0604020202020204" pitchFamily="34" charset="0"/>
                        </a:rPr>
                        <a:t>相对同期相关证券市场代表性指数涨幅介于</a:t>
                      </a:r>
                      <a:r>
                        <a:rPr lang="en-US" sz="900" kern="0" baseline="0" dirty="0">
                          <a:effectLst/>
                          <a:latin typeface="Lato" panose="020F0502020204030203" pitchFamily="34" charset="0"/>
                          <a:ea typeface="黑体" panose="02010609060101010101" pitchFamily="49" charset="-122"/>
                          <a:cs typeface="Arial" panose="020B0604020202020204" pitchFamily="34" charset="0"/>
                        </a:rPr>
                        <a:t>-10%</a:t>
                      </a:r>
                      <a:r>
                        <a:rPr lang="zh-CN" sz="900" kern="0" baseline="0" dirty="0">
                          <a:effectLst/>
                          <a:latin typeface="Lato" panose="020F0502020204030203" pitchFamily="34" charset="0"/>
                          <a:ea typeface="黑体" panose="02010609060101010101" pitchFamily="49" charset="-122"/>
                          <a:cs typeface="Arial" panose="020B0604020202020204" pitchFamily="34" charset="0"/>
                        </a:rPr>
                        <a:t>～</a:t>
                      </a:r>
                      <a:r>
                        <a:rPr lang="en-US" sz="900" kern="0" baseline="0" dirty="0">
                          <a:effectLst/>
                          <a:latin typeface="Lato" panose="020F0502020204030203" pitchFamily="34" charset="0"/>
                          <a:ea typeface="黑体" panose="02010609060101010101" pitchFamily="49" charset="-122"/>
                          <a:cs typeface="Arial" panose="020B0604020202020204" pitchFamily="34" charset="0"/>
                        </a:rPr>
                        <a:t>5%</a:t>
                      </a:r>
                      <a:r>
                        <a:rPr lang="zh-CN" sz="900" kern="0" baseline="0" dirty="0">
                          <a:effectLst/>
                          <a:latin typeface="Lato" panose="020F0502020204030203" pitchFamily="34" charset="0"/>
                          <a:ea typeface="黑体" panose="02010609060101010101" pitchFamily="49" charset="-122"/>
                          <a:cs typeface="Arial" panose="020B0604020202020204" pitchFamily="34" charset="0"/>
                        </a:rPr>
                        <a:t>之间</a:t>
                      </a:r>
                      <a:endParaRPr lang="zh-CN" sz="900"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4925530"/>
                  </a:ext>
                </a:extLst>
              </a:tr>
              <a:tr h="249785">
                <a:tc vMerge="1">
                  <a:txBody>
                    <a:bodyPr/>
                    <a:lstStyle/>
                    <a:p>
                      <a:endParaRPr lang="zh-CN" altLang="en-US"/>
                    </a:p>
                  </a:txBody>
                  <a:tcPr/>
                </a:tc>
                <a:tc vMerge="1">
                  <a:txBody>
                    <a:bodyPr/>
                    <a:lstStyle/>
                    <a:p>
                      <a:endParaRPr lang="zh-CN" altLang="en-US"/>
                    </a:p>
                  </a:txBody>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卖出</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相对同期相关证券市场代表性指数跌幅</a:t>
                      </a:r>
                      <a:r>
                        <a:rPr lang="en-US" sz="900" kern="0" baseline="0">
                          <a:effectLst/>
                          <a:latin typeface="Lato" panose="020F0502020204030203" pitchFamily="34" charset="0"/>
                          <a:ea typeface="黑体" panose="02010609060101010101" pitchFamily="49" charset="-122"/>
                          <a:cs typeface="Arial" panose="020B0604020202020204" pitchFamily="34" charset="0"/>
                        </a:rPr>
                        <a:t>10%</a:t>
                      </a:r>
                      <a:r>
                        <a:rPr lang="zh-CN" sz="900" kern="0" baseline="0">
                          <a:effectLst/>
                          <a:latin typeface="Lato" panose="020F0502020204030203" pitchFamily="34" charset="0"/>
                          <a:ea typeface="黑体" panose="02010609060101010101" pitchFamily="49" charset="-122"/>
                          <a:cs typeface="Arial" panose="020B0604020202020204" pitchFamily="34" charset="0"/>
                        </a:rPr>
                        <a:t>以上</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601737"/>
                  </a:ext>
                </a:extLst>
              </a:tr>
              <a:tr h="395859">
                <a:tc vMerge="1">
                  <a:txBody>
                    <a:bodyPr/>
                    <a:lstStyle/>
                    <a:p>
                      <a:endParaRPr lang="zh-CN" altLang="en-US"/>
                    </a:p>
                  </a:txBody>
                  <a:tcPr/>
                </a:tc>
                <a:tc rowSpan="3">
                  <a:txBody>
                    <a:bodyPr/>
                    <a:lstStyle/>
                    <a:p>
                      <a:pPr marL="1270" algn="ctr">
                        <a:lnSpc>
                          <a:spcPts val="1200"/>
                        </a:lnSpc>
                        <a:spcBef>
                          <a:spcPts val="240"/>
                        </a:spcBef>
                        <a:spcAft>
                          <a:spcPts val="240"/>
                        </a:spcAft>
                      </a:pPr>
                      <a:r>
                        <a:rPr lang="zh-CN" sz="900" kern="0" baseline="0" dirty="0">
                          <a:effectLst/>
                          <a:latin typeface="Lato" panose="020F0502020204030203" pitchFamily="34" charset="0"/>
                          <a:ea typeface="黑体" panose="02010609060101010101" pitchFamily="49" charset="-122"/>
                          <a:cs typeface="Arial" panose="020B0604020202020204" pitchFamily="34" charset="0"/>
                        </a:rPr>
                        <a:t>行业评级</a:t>
                      </a:r>
                      <a:endParaRPr lang="zh-CN" sz="900"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dirty="0">
                          <a:effectLst/>
                          <a:latin typeface="Lato" panose="020F0502020204030203" pitchFamily="34" charset="0"/>
                          <a:ea typeface="黑体" panose="02010609060101010101" pitchFamily="49" charset="-122"/>
                          <a:cs typeface="Arial" panose="020B0604020202020204" pitchFamily="34" charset="0"/>
                        </a:rPr>
                        <a:t>强于大市</a:t>
                      </a:r>
                      <a:endParaRPr lang="zh-CN" sz="900"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相对同期相关证券市场代表性指数涨幅</a:t>
                      </a:r>
                      <a:r>
                        <a:rPr lang="en-US" sz="900" kern="0" baseline="0">
                          <a:effectLst/>
                          <a:latin typeface="Lato" panose="020F0502020204030203" pitchFamily="34" charset="0"/>
                          <a:ea typeface="黑体" panose="02010609060101010101" pitchFamily="49" charset="-122"/>
                          <a:cs typeface="Arial" panose="020B0604020202020204" pitchFamily="34" charset="0"/>
                        </a:rPr>
                        <a:t>10%</a:t>
                      </a:r>
                      <a:r>
                        <a:rPr lang="zh-CN" sz="900" kern="0" baseline="0">
                          <a:effectLst/>
                          <a:latin typeface="Lato" panose="020F0502020204030203" pitchFamily="34" charset="0"/>
                          <a:ea typeface="黑体" panose="02010609060101010101" pitchFamily="49" charset="-122"/>
                          <a:cs typeface="Arial" panose="020B0604020202020204" pitchFamily="34" charset="0"/>
                        </a:rPr>
                        <a:t>以上</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6093112"/>
                  </a:ext>
                </a:extLst>
              </a:tr>
              <a:tr h="360040">
                <a:tc vMerge="1">
                  <a:txBody>
                    <a:bodyPr/>
                    <a:lstStyle/>
                    <a:p>
                      <a:endParaRPr lang="zh-CN" altLang="en-US"/>
                    </a:p>
                  </a:txBody>
                  <a:tcPr/>
                </a:tc>
                <a:tc vMerge="1">
                  <a:txBody>
                    <a:bodyPr/>
                    <a:lstStyle/>
                    <a:p>
                      <a:endParaRPr lang="zh-CN" altLang="en-US"/>
                    </a:p>
                  </a:txBody>
                  <a:tcPr/>
                </a:tc>
                <a:tc>
                  <a:txBody>
                    <a:bodyPr/>
                    <a:lstStyle/>
                    <a:p>
                      <a:pPr marL="66675" algn="just">
                        <a:lnSpc>
                          <a:spcPts val="1200"/>
                        </a:lnSpc>
                        <a:spcBef>
                          <a:spcPts val="240"/>
                        </a:spcBef>
                        <a:spcAft>
                          <a:spcPts val="240"/>
                        </a:spcAft>
                      </a:pPr>
                      <a:r>
                        <a:rPr lang="zh-CN" sz="900" kern="0" baseline="0" dirty="0">
                          <a:effectLst/>
                          <a:latin typeface="Lato" panose="020F0502020204030203" pitchFamily="34" charset="0"/>
                          <a:ea typeface="黑体" panose="02010609060101010101" pitchFamily="49" charset="-122"/>
                          <a:cs typeface="Arial" panose="020B0604020202020204" pitchFamily="34" charset="0"/>
                        </a:rPr>
                        <a:t>中性</a:t>
                      </a:r>
                      <a:endParaRPr lang="zh-CN" sz="900"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dirty="0">
                          <a:effectLst/>
                          <a:latin typeface="Lato" panose="020F0502020204030203" pitchFamily="34" charset="0"/>
                          <a:ea typeface="黑体" panose="02010609060101010101" pitchFamily="49" charset="-122"/>
                          <a:cs typeface="Arial" panose="020B0604020202020204" pitchFamily="34" charset="0"/>
                        </a:rPr>
                        <a:t>相对同期相关证券市场代表性指数涨幅介于</a:t>
                      </a:r>
                      <a:r>
                        <a:rPr lang="en-US" sz="900" kern="0" baseline="0" dirty="0">
                          <a:effectLst/>
                          <a:latin typeface="Lato" panose="020F0502020204030203" pitchFamily="34" charset="0"/>
                          <a:ea typeface="黑体" panose="02010609060101010101" pitchFamily="49" charset="-122"/>
                          <a:cs typeface="Arial" panose="020B0604020202020204" pitchFamily="34" charset="0"/>
                        </a:rPr>
                        <a:t>-10%</a:t>
                      </a:r>
                      <a:r>
                        <a:rPr lang="zh-CN" sz="900" kern="0" baseline="0" dirty="0">
                          <a:effectLst/>
                          <a:latin typeface="Lato" panose="020F0502020204030203" pitchFamily="34" charset="0"/>
                          <a:ea typeface="黑体" panose="02010609060101010101" pitchFamily="49" charset="-122"/>
                          <a:cs typeface="Arial" panose="020B0604020202020204" pitchFamily="34" charset="0"/>
                        </a:rPr>
                        <a:t>～</a:t>
                      </a:r>
                      <a:r>
                        <a:rPr lang="en-US" sz="900" kern="0" baseline="0" dirty="0">
                          <a:effectLst/>
                          <a:latin typeface="Lato" panose="020F0502020204030203" pitchFamily="34" charset="0"/>
                          <a:ea typeface="黑体" panose="02010609060101010101" pitchFamily="49" charset="-122"/>
                          <a:cs typeface="Arial" panose="020B0604020202020204" pitchFamily="34" charset="0"/>
                        </a:rPr>
                        <a:t>10%</a:t>
                      </a:r>
                      <a:r>
                        <a:rPr lang="zh-CN" sz="900" kern="0" baseline="0" dirty="0">
                          <a:effectLst/>
                          <a:latin typeface="Lato" panose="020F0502020204030203" pitchFamily="34" charset="0"/>
                          <a:ea typeface="黑体" panose="02010609060101010101" pitchFamily="49" charset="-122"/>
                          <a:cs typeface="Arial" panose="020B0604020202020204" pitchFamily="34" charset="0"/>
                        </a:rPr>
                        <a:t>之间</a:t>
                      </a:r>
                      <a:endParaRPr lang="zh-CN" sz="900"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7165696"/>
                  </a:ext>
                </a:extLst>
              </a:tr>
              <a:tr h="249785">
                <a:tc vMerge="1">
                  <a:txBody>
                    <a:bodyPr/>
                    <a:lstStyle/>
                    <a:p>
                      <a:endParaRPr lang="zh-CN" altLang="en-US"/>
                    </a:p>
                  </a:txBody>
                  <a:tcPr/>
                </a:tc>
                <a:tc vMerge="1">
                  <a:txBody>
                    <a:bodyPr/>
                    <a:lstStyle/>
                    <a:p>
                      <a:endParaRPr lang="zh-CN" altLang="en-US"/>
                    </a:p>
                  </a:txBody>
                  <a:tcPr/>
                </a:tc>
                <a:tc>
                  <a:txBody>
                    <a:bodyPr/>
                    <a:lstStyle/>
                    <a:p>
                      <a:pPr marL="66675" algn="just">
                        <a:lnSpc>
                          <a:spcPts val="1200"/>
                        </a:lnSpc>
                        <a:spcBef>
                          <a:spcPts val="240"/>
                        </a:spcBef>
                        <a:spcAft>
                          <a:spcPts val="240"/>
                        </a:spcAft>
                      </a:pPr>
                      <a:r>
                        <a:rPr lang="zh-CN" sz="900" kern="0" baseline="0">
                          <a:effectLst/>
                          <a:latin typeface="Lato" panose="020F0502020204030203" pitchFamily="34" charset="0"/>
                          <a:ea typeface="黑体" panose="02010609060101010101" pitchFamily="49" charset="-122"/>
                          <a:cs typeface="Arial" panose="020B0604020202020204" pitchFamily="34" charset="0"/>
                        </a:rPr>
                        <a:t>弱于大市</a:t>
                      </a:r>
                      <a:endParaRPr lang="zh-CN" sz="900" kern="100" baseline="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66675" algn="just">
                        <a:lnSpc>
                          <a:spcPts val="1200"/>
                        </a:lnSpc>
                        <a:spcBef>
                          <a:spcPts val="240"/>
                        </a:spcBef>
                        <a:spcAft>
                          <a:spcPts val="240"/>
                        </a:spcAft>
                      </a:pPr>
                      <a:r>
                        <a:rPr lang="zh-CN" sz="900" kern="0" baseline="0" dirty="0">
                          <a:effectLst/>
                          <a:latin typeface="Lato" panose="020F0502020204030203" pitchFamily="34" charset="0"/>
                          <a:ea typeface="黑体" panose="02010609060101010101" pitchFamily="49" charset="-122"/>
                          <a:cs typeface="Arial" panose="020B0604020202020204" pitchFamily="34" charset="0"/>
                        </a:rPr>
                        <a:t>相对同期相关证券市场代表性指数跌幅</a:t>
                      </a:r>
                      <a:r>
                        <a:rPr lang="en-US" sz="900" kern="0" baseline="0" dirty="0">
                          <a:effectLst/>
                          <a:latin typeface="Lato" panose="020F0502020204030203" pitchFamily="34" charset="0"/>
                          <a:ea typeface="黑体" panose="02010609060101010101" pitchFamily="49" charset="-122"/>
                          <a:cs typeface="Arial" panose="020B0604020202020204" pitchFamily="34" charset="0"/>
                        </a:rPr>
                        <a:t>10%</a:t>
                      </a:r>
                      <a:r>
                        <a:rPr lang="zh-CN" sz="900" kern="0" baseline="0" dirty="0">
                          <a:effectLst/>
                          <a:latin typeface="Lato" panose="020F0502020204030203" pitchFamily="34" charset="0"/>
                          <a:ea typeface="黑体" panose="02010609060101010101" pitchFamily="49" charset="-122"/>
                          <a:cs typeface="Arial" panose="020B0604020202020204" pitchFamily="34" charset="0"/>
                        </a:rPr>
                        <a:t>以上</a:t>
                      </a:r>
                      <a:endParaRPr lang="zh-CN" sz="900" kern="100" baseline="0" dirty="0">
                        <a:solidFill>
                          <a:srgbClr val="0D0D0D"/>
                        </a:solidFill>
                        <a:effectLst/>
                        <a:latin typeface="Lato" panose="020F0502020204030203" pitchFamily="34" charset="0"/>
                        <a:ea typeface="黑体" panose="02010609060101010101" pitchFamily="49" charset="-122"/>
                        <a:cs typeface="Arial" panose="020B0604020202020204" pitchFamily="34" charset="0"/>
                      </a:endParaRP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8831267"/>
                  </a:ext>
                </a:extLst>
              </a:tr>
            </a:tbl>
          </a:graphicData>
        </a:graphic>
      </p:graphicFrame>
      <p:sp>
        <p:nvSpPr>
          <p:cNvPr id="8" name="Title 3">
            <a:extLst>
              <a:ext uri="{FF2B5EF4-FFF2-40B4-BE49-F238E27FC236}">
                <a16:creationId xmlns:a16="http://schemas.microsoft.com/office/drawing/2014/main" id="{8EE8220B-6D2F-822E-DC1B-74E59584CBE6}"/>
              </a:ext>
            </a:extLst>
          </p:cNvPr>
          <p:cNvSpPr txBox="1">
            <a:spLocks/>
          </p:cNvSpPr>
          <p:nvPr userDrawn="1"/>
        </p:nvSpPr>
        <p:spPr bwMode="auto">
          <a:xfrm>
            <a:off x="365382" y="70123"/>
            <a:ext cx="12309217" cy="86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defTabSz="995363" eaLnBrk="1" hangingPunct="1">
              <a:defRPr sz="4000">
                <a:latin typeface="楷体" panose="02010609060101010101" pitchFamily="49" charset="-122"/>
                <a:ea typeface="楷体" panose="02010609060101010101" pitchFamily="49" charset="-122"/>
                <a:cs typeface="Lato Heavy" panose="020F0502020204030203" pitchFamily="34" charset="0"/>
              </a:defRPr>
            </a:lvl1pPr>
            <a:lvl2pPr defTabSz="995363" eaLnBrk="1" hangingPunct="1">
              <a:defRPr sz="3500">
                <a:ea typeface="PMingLiU" pitchFamily="18" charset="-120"/>
              </a:defRPr>
            </a:lvl2pPr>
            <a:lvl3pPr defTabSz="995363" eaLnBrk="1" hangingPunct="1">
              <a:defRPr sz="3500">
                <a:ea typeface="PMingLiU" pitchFamily="18" charset="-120"/>
              </a:defRPr>
            </a:lvl3pPr>
            <a:lvl4pPr defTabSz="995363" eaLnBrk="1" hangingPunct="1">
              <a:defRPr sz="3500">
                <a:ea typeface="PMingLiU" pitchFamily="18" charset="-120"/>
              </a:defRPr>
            </a:lvl4pPr>
            <a:lvl5pPr defTabSz="995363" eaLnBrk="1" hangingPunct="1">
              <a:defRPr sz="3500">
                <a:ea typeface="PMingLiU" pitchFamily="18" charset="-120"/>
              </a:defRPr>
            </a:lvl5pPr>
            <a:lvl6pPr marL="457200" defTabSz="995363" fontAlgn="base">
              <a:spcBef>
                <a:spcPct val="0"/>
              </a:spcBef>
              <a:spcAft>
                <a:spcPct val="0"/>
              </a:spcAft>
              <a:defRPr sz="3500">
                <a:ea typeface="PMingLiU" pitchFamily="18" charset="-120"/>
              </a:defRPr>
            </a:lvl6pPr>
            <a:lvl7pPr marL="914400" defTabSz="995363" fontAlgn="base">
              <a:spcBef>
                <a:spcPct val="0"/>
              </a:spcBef>
              <a:spcAft>
                <a:spcPct val="0"/>
              </a:spcAft>
              <a:defRPr sz="3500">
                <a:ea typeface="PMingLiU" pitchFamily="18" charset="-120"/>
              </a:defRPr>
            </a:lvl7pPr>
            <a:lvl8pPr marL="1371600" defTabSz="995363" fontAlgn="base">
              <a:spcBef>
                <a:spcPct val="0"/>
              </a:spcBef>
              <a:spcAft>
                <a:spcPct val="0"/>
              </a:spcAft>
              <a:defRPr sz="3500">
                <a:ea typeface="PMingLiU" pitchFamily="18" charset="-120"/>
              </a:defRPr>
            </a:lvl8pPr>
            <a:lvl9pPr marL="1828800" defTabSz="995363" fontAlgn="base">
              <a:spcBef>
                <a:spcPct val="0"/>
              </a:spcBef>
              <a:spcAft>
                <a:spcPct val="0"/>
              </a:spcAft>
              <a:defRPr sz="3500">
                <a:ea typeface="PMingLiU" pitchFamily="18" charset="-120"/>
              </a:defRPr>
            </a:lvl9pPr>
          </a:lstStyle>
          <a:p>
            <a:r>
              <a:rPr lang="zh-CN" altLang="en-US" sz="3000" dirty="0">
                <a:latin typeface="Lato" panose="020F0502020204030203" pitchFamily="34" charset="0"/>
                <a:ea typeface="黑体" panose="02010609060101010101" pitchFamily="49" charset="-122"/>
                <a:cs typeface="Arial" panose="020B0604020202020204" pitchFamily="34" charset="0"/>
              </a:rPr>
              <a:t>免责声明</a:t>
            </a:r>
          </a:p>
        </p:txBody>
      </p:sp>
    </p:spTree>
    <p:extLst>
      <p:ext uri="{BB962C8B-B14F-4D97-AF65-F5344CB8AC3E}">
        <p14:creationId xmlns:p14="http://schemas.microsoft.com/office/powerpoint/2010/main" val="1658924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免责声明_2">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EB8493EF-5968-6E08-A50E-6001E600A4A2}"/>
              </a:ext>
            </a:extLst>
          </p:cNvPr>
          <p:cNvGraphicFramePr>
            <a:graphicFrameLocks noGrp="1"/>
          </p:cNvGraphicFramePr>
          <p:nvPr userDrawn="1">
            <p:extLst>
              <p:ext uri="{D42A27DB-BD31-4B8C-83A1-F6EECF244321}">
                <p14:modId xmlns:p14="http://schemas.microsoft.com/office/powerpoint/2010/main" val="784017832"/>
              </p:ext>
            </p:extLst>
          </p:nvPr>
        </p:nvGraphicFramePr>
        <p:xfrm>
          <a:off x="312763" y="1071480"/>
          <a:ext cx="12818020" cy="5899868"/>
        </p:xfrm>
        <a:graphic>
          <a:graphicData uri="http://schemas.openxmlformats.org/drawingml/2006/table">
            <a:tbl>
              <a:tblPr>
                <a:tableStyleId>{5C22544A-7EE6-4342-B048-85BDC9FD1C3A}</a:tableStyleId>
              </a:tblPr>
              <a:tblGrid>
                <a:gridCol w="12818020">
                  <a:extLst>
                    <a:ext uri="{9D8B030D-6E8A-4147-A177-3AD203B41FA5}">
                      <a16:colId xmlns:a16="http://schemas.microsoft.com/office/drawing/2014/main" val="355876080"/>
                    </a:ext>
                  </a:extLst>
                </a:gridCol>
              </a:tblGrid>
              <a:tr h="176295">
                <a:tc>
                  <a:txBody>
                    <a:bodyPr/>
                    <a:lstStyle/>
                    <a:p>
                      <a:pPr algn="just">
                        <a:lnSpc>
                          <a:spcPts val="1300"/>
                        </a:lnSpc>
                        <a:spcBef>
                          <a:spcPts val="360"/>
                        </a:spcBef>
                        <a:spcAft>
                          <a:spcPts val="360"/>
                        </a:spcAft>
                      </a:pPr>
                      <a:r>
                        <a:rPr lang="zh-CN" sz="12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特别声明</a:t>
                      </a:r>
                    </a:p>
                  </a:txBody>
                  <a:tcPr marL="68580" marR="68580" marT="0" marB="0">
                    <a:noFill/>
                  </a:tcPr>
                </a:tc>
                <a:extLst>
                  <a:ext uri="{0D108BD9-81ED-4DB2-BD59-A6C34878D82A}">
                    <a16:rowId xmlns:a16="http://schemas.microsoft.com/office/drawing/2014/main" val="3883413200"/>
                  </a:ext>
                </a:extLst>
              </a:tr>
              <a:tr h="377336">
                <a:tc>
                  <a:txBody>
                    <a:bodyPr/>
                    <a:lstStyle/>
                    <a:p>
                      <a:pPr indent="190500" algn="just">
                        <a:lnSpc>
                          <a:spcPts val="1300"/>
                        </a:lnSpc>
                        <a:spcBef>
                          <a:spcPts val="360"/>
                        </a:spcBef>
                        <a:spcAft>
                          <a:spcPts val="360"/>
                        </a:spcAft>
                      </a:pP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在法律许可的情况下，中信证券可能（</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1</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）与本研究报告所提到的公司建立或保持顾问、投资银行或证券服务关系，（</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2</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）参与或投资本报告所提到的公司的金融交易，及</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或持有其证券或其衍生品或进行证券或其衍生品交易，因此，投资者应考虑到中信证券可能存在与本研究报告有潜在利益冲突的风险。本研究报告涉及具体公司的披露信息，请访问</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https://research.citics.com/disclosure</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endParaRPr 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3008635191"/>
                  </a:ext>
                </a:extLst>
              </a:tr>
              <a:tr h="203689">
                <a:tc>
                  <a:txBody>
                    <a:bodyPr/>
                    <a:lstStyle/>
                    <a:p>
                      <a:pPr algn="just">
                        <a:lnSpc>
                          <a:spcPts val="1300"/>
                        </a:lnSpc>
                        <a:spcBef>
                          <a:spcPts val="360"/>
                        </a:spcBef>
                        <a:spcAft>
                          <a:spcPts val="360"/>
                        </a:spcAft>
                      </a:pPr>
                      <a:r>
                        <a:rPr lang="zh-CN" sz="12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法律主体声明</a:t>
                      </a:r>
                    </a:p>
                  </a:txBody>
                  <a:tcPr marL="68580" marR="68580" marT="0" marB="0">
                    <a:noFill/>
                  </a:tcPr>
                </a:tc>
                <a:extLst>
                  <a:ext uri="{0D108BD9-81ED-4DB2-BD59-A6C34878D82A}">
                    <a16:rowId xmlns:a16="http://schemas.microsoft.com/office/drawing/2014/main" val="4090513833"/>
                  </a:ext>
                </a:extLst>
              </a:tr>
              <a:tr h="877316">
                <a:tc>
                  <a:txBody>
                    <a:bodyPr/>
                    <a:lstStyle/>
                    <a:p>
                      <a:pPr indent="190500" algn="just">
                        <a:lnSpc>
                          <a:spcPts val="1300"/>
                        </a:lnSpc>
                        <a:spcBef>
                          <a:spcPts val="360"/>
                        </a:spcBef>
                        <a:spcAft>
                          <a:spcPts val="360"/>
                        </a:spcAft>
                      </a:pP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本研究报告在中华人民共和国（香港、澳门、台湾除外）由中信证券股份有限公司（受中国证券监督管理委员会监管，经营证券业务许可证编号：</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Z20374000</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）分发。本研究报告由下列机构代表中信证券在相应地区分发：在中国香港由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Limited</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（于中国香港注册成立的有限公司）分发；在澳大利亚由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Australia Pty Ltd.</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（商业编号：</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53 139 992 331/</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金融服务牌照编号：</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350159</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）分发；在美国由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Americas, LLC</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或</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Americas, LLC</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除外）分发；在新加坡由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Singapore </a:t>
                      </a:r>
                      <a:r>
                        <a:rPr lang="en-US" altLang="zh-CN" sz="90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Pte</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Ltd.</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（公司注册编号：</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198703750W</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）分发；在欧洲经济区由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Europe BV</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分发；在英国由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UK</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）分发；在印度由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India Private Limited</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分发（地址：</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8/F, </a:t>
                      </a:r>
                      <a:r>
                        <a:rPr lang="en-US" altLang="zh-CN" sz="90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Dalamal</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House, </a:t>
                      </a:r>
                      <a:r>
                        <a:rPr lang="en-US" altLang="zh-CN" sz="90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Nariman</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Point, Mumbai 400021</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；电话：</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+91-22-66505050</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；传真：</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+91-22-22840271</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；公司识别号：</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U67120MH1994PLC083118</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）；在印度尼西亚由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PT CLSA </a:t>
                      </a:r>
                      <a:r>
                        <a:rPr lang="en-US" altLang="zh-CN" sz="90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Sekuritas</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Indonesia</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分发；在日本由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Securities Japan Co., Ltd.</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分发；在韩国由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Securities Korea Ltd.</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分发；在马来西亚由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Securities Malaysia </a:t>
                      </a:r>
                      <a:r>
                        <a:rPr lang="en-US" altLang="zh-CN" sz="90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Sdn</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a:t>
                      </a:r>
                      <a:r>
                        <a:rPr lang="en-US" altLang="zh-CN" sz="90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Bhd</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分发；在菲律宾由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Philippines Inc.</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（菲律宾证券交易所及证券投资者保护基金会员）分发；在泰国由</a:t>
                      </a:r>
                      <a:r>
                        <a:rPr lang="en-US" alt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Securities (Thailand) Limited</a:t>
                      </a:r>
                      <a:r>
                        <a:rPr lang="zh-CN" altLang="en-US"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a:t>
                      </a:r>
                      <a:endParaRPr 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2004060912"/>
                  </a:ext>
                </a:extLst>
              </a:tr>
              <a:tr h="190500">
                <a:tc>
                  <a:txBody>
                    <a:bodyPr/>
                    <a:lstStyle/>
                    <a:p>
                      <a:pPr algn="just">
                        <a:lnSpc>
                          <a:spcPts val="1300"/>
                        </a:lnSpc>
                        <a:spcBef>
                          <a:spcPts val="360"/>
                        </a:spcBef>
                        <a:spcAft>
                          <a:spcPts val="360"/>
                        </a:spcAft>
                      </a:pPr>
                      <a:r>
                        <a:rPr lang="zh-CN" sz="12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针对不同司法管辖区的声明</a:t>
                      </a:r>
                    </a:p>
                  </a:txBody>
                  <a:tcPr marL="68580" marR="68580" marT="0" marB="0">
                    <a:noFill/>
                  </a:tcPr>
                </a:tc>
                <a:extLst>
                  <a:ext uri="{0D108BD9-81ED-4DB2-BD59-A6C34878D82A}">
                    <a16:rowId xmlns:a16="http://schemas.microsoft.com/office/drawing/2014/main" val="3637559798"/>
                  </a:ext>
                </a:extLst>
              </a:tr>
              <a:tr h="2930046">
                <a:tc>
                  <a:txBody>
                    <a:bodyPr/>
                    <a:lstStyle/>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中国大陆：</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根据中国证券监督管理委员会核发的经营证券业务许可，中信证券股份有限公司的经营范围包括证券投资咨询业务。</a:t>
                      </a: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中国香港：</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本研究报告由</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Limited</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 本研究报告在香港仅分发给专业投资者（</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证券及期货条例</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（香港法例第</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571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章）及其下颁布的任何规则界定的），不得分发给零售投资者。就分析或报告引起的或与分析或报告有关的任何事宜，</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客户应联系</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Limited</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的罗鼎，电话：</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+852 2600 7233</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美国：</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本研究报告由中信证券制作。本研究报告在美国由</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Americas, LLC</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按照第三方研究分发或由</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Americas, LLC</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除外）仅向符合美国</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《1934</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年证券交易法</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下</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15a-6</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规则界定且</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Americas, LLC</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提供服务的“主要美国机构投资者”分发。对身在美国的任何人士发送本研究报告将不被视为对本报告中所评论的证券进行交易的建议或对本报告中所述任何观点的背书。任何从中信证券与</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获得本研究报告的接收者如果希望在美国交易本报告中提及的任何证券应当联系</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Americas, LLC</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新加坡：</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本研究报告在新加坡由</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Singapore </a:t>
                      </a:r>
                      <a:r>
                        <a:rPr lang="en-US" altLang="zh-CN" sz="900" b="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Pte</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Ltd.</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，仅向（新加坡</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财务顾问规例</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界定的）“机构投资者、认可投资者及专业投资者”分发。就分析或报告引起的或与分析或报告有关的任何事宜，新加坡的报告收件人应联系</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Singapore </a:t>
                      </a:r>
                      <a:r>
                        <a:rPr lang="en-US" altLang="zh-CN" sz="900" b="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Pte</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Ltd</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，地址：</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80 Raffles Place, #18-01, UOB Plaza 1, Singapore 048624</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，电话：</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+65 6416 7888</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。因您作为机构投资者、认可投资者或专业投资者的身份，就</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Singapore </a:t>
                      </a:r>
                      <a:r>
                        <a:rPr lang="en-US" altLang="zh-CN" sz="900" b="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Pte</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Ltd.</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可能向您提供的任何财务顾问服务，</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Singapore </a:t>
                      </a:r>
                      <a:r>
                        <a:rPr lang="en-US" altLang="zh-CN" sz="900" b="0" kern="100" baseline="0" dirty="0" err="1">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Pte</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 Ltd</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豁免遵守</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财务顾问法</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2001</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财务顾问规例</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以及其下的相关通知和指引（</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业务条款的新加坡附件中证券交易服务</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部分所披露）的某些要求。</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MDDI (P) 018/11/2024</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加拿大：</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本研究报告由中信证券制作。对身在加拿大的任何人士发送本研究报告将不被视为对本报告中所评论的证券进行交易的建议或对本报告中所载任何观点的背书。</a:t>
                      </a: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英国：</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本研究报告归属于营销文件，其不是按照旨在提升研究报告独立性的法律要件而撰写，亦不受任何禁止在投资研究报告发布前进行交易的限制。本研究报告在英国由</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UK</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）分发，且针对由相应本地监管规定所界定的在投资方面具有专业经验的人士。涉及到的任何投资活动仅针对此类人士。若您不具备投资的专业经验，请勿依赖本研究报告。</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UK</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）由（英国）金融行为管理局授权并接受其管理。</a:t>
                      </a: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欧洲经济区：</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本研究报告由荷兰金融市场管理局授权并管理的</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Europe BV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分发。</a:t>
                      </a: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澳大利亚：</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Australia Pty Ltd (“CAPL”)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商业编号：</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53 139 992 331/</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金融服务牌照编号：</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350159)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受澳大利亚证券与投资委员会监管，且为澳大利亚证券交易所及芝加哥期权交易所澳大利亚公司的市场参与主体。本研究报告在澳大利亚由</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CAPL</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仅向“批发客户”发布及分发。本研究报告未考虑收件人的具体投资目标、财务状况或特定需求。未经</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CAPL</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事先书面同意，本研究报告的收件人不得将其分发给任何第三方。本段所称的“批发客户”适用于</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公司法（</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2001</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第</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761G</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条的规定。</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CAPL</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研究覆盖范围包括研究部门管理层不时认为与投资者相关的</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ASX All Ordinaries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指数成分股、离岸市场上市证券、未上市发行人及投资产品。</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CAPL</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寻求覆盖各个行业中与其国内及国际投资者相关的公司。</a:t>
                      </a: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印度：</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India Private Limited</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，成立于 </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1994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年 </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11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月，为全球机构投资者、养老基金和企业提供股票经纪服务（印度证券交易委员会注册编号：</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INZ000001735</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）、研究服务（印度证券交易委员会注册编号：</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INH000001113</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）和商人银行服务（印度证券交易委员会注册编号：</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INM000010619</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及其关联方可能持有标的公司的债务。此外，</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及其关联方在过去 </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12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个月内可能已从标的公司收取了非投资银行服务和</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或非证券相关服务的报酬。 如需了解</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India“</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关联方”的更多详情，请联系 </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Compliance-India@clsa.com</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。由印度证券交易委员会（</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SEBI</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）授予的注册和由印度国家证券市场研究所（</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NISM</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）颁发的认证并不能以任何方式保证</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CLSA India Private Limited</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的表现或向投资者提供任何回报的保证。合规官及投诉官：</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Neeta Sanghavi, </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电话：</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22 6650 5050</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。合规官和投诉部门的电子邮件地址：</a:t>
                      </a:r>
                      <a:r>
                        <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compliance-india@clsa.com</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a:t>
                      </a:r>
                      <a:endPar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马来西亚</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：本研究报告由中信证券制作。对身在马来西亚的任何人士发送本研究报告将不被视为对本报告中所评论的证券进行交易的建议或对本报告中所载任何观点的背书。</a:t>
                      </a:r>
                      <a:endParaRPr lang="en-US" altLang="zh-CN"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p>
                      <a:pPr algn="just">
                        <a:lnSpc>
                          <a:spcPts val="1150"/>
                        </a:lnSpc>
                        <a:spcAft>
                          <a:spcPts val="0"/>
                        </a:spcAft>
                      </a:pPr>
                      <a:r>
                        <a:rPr lang="zh-CN" alt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韩国：</a:t>
                      </a:r>
                      <a:r>
                        <a:rPr lang="zh-CN" altLang="en-US" sz="900" b="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本研究报告仅为提供信息之用；不构成买卖任何证券或其他金融工具的要约或要约邀请。本报告中包含的信息和数据来自我们认为可靠的来源；但是，我们不对本报告中提及信息的准确性或完整性作出任何保证，因此不应予以信赖。本报告接收者应自行独立判断是否买卖本报告中提到的任何证券或金融工具。我们对因使用本报告或其内容而引起的任何直接或间接损失不承担任何责任。本报告仅供我们的客户使用。本报告为版权材料，未经中信证券事先书面同意，不得以任何方式复制、传输、引用或分发。</a:t>
                      </a:r>
                    </a:p>
                    <a:p>
                      <a:pPr indent="191135" algn="just">
                        <a:lnSpc>
                          <a:spcPts val="1150"/>
                        </a:lnSpc>
                        <a:spcBef>
                          <a:spcPts val="360"/>
                        </a:spcBef>
                        <a:spcAft>
                          <a:spcPts val="360"/>
                        </a:spcAft>
                      </a:pPr>
                      <a:r>
                        <a:rPr lang="zh-CN"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未经中信证券事先书面授权，任何人不得以任何目的复制、发送或销售本报告。</a:t>
                      </a:r>
                      <a:endParaRPr 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p>
                      <a:pPr indent="191135" algn="just">
                        <a:lnSpc>
                          <a:spcPts val="1150"/>
                        </a:lnSpc>
                        <a:spcBef>
                          <a:spcPts val="200"/>
                        </a:spcBef>
                        <a:spcAft>
                          <a:spcPts val="360"/>
                        </a:spcAft>
                      </a:pPr>
                      <a:r>
                        <a:rPr lang="zh-CN"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中信证券</a:t>
                      </a:r>
                      <a:r>
                        <a:rPr lang="en-US"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2026</a:t>
                      </a:r>
                      <a:r>
                        <a:rPr lang="zh-CN" sz="900" b="1"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rPr>
                        <a:t>版权所有。保留一切权利。</a:t>
                      </a:r>
                      <a:endParaRPr lang="zh-CN" sz="900" kern="100" baseline="0" dirty="0">
                        <a:solidFill>
                          <a:srgbClr val="000066"/>
                        </a:solidFill>
                        <a:effectLst/>
                        <a:uFill>
                          <a:solidFill>
                            <a:srgbClr val="0D0D0D"/>
                          </a:solidFill>
                        </a:uFill>
                        <a:latin typeface="Lato" panose="020F0502020204030203" pitchFamily="34" charset="0"/>
                        <a:ea typeface="黑体" panose="02010609060101010101" pitchFamily="49" charset="-122"/>
                        <a:cs typeface="Arial" panose="020B0604020202020204" pitchFamily="34" charset="0"/>
                      </a:endParaRPr>
                    </a:p>
                  </a:txBody>
                  <a:tcPr marL="68580" marR="68580" marT="0" marB="0">
                    <a:noFill/>
                  </a:tcPr>
                </a:tc>
                <a:extLst>
                  <a:ext uri="{0D108BD9-81ED-4DB2-BD59-A6C34878D82A}">
                    <a16:rowId xmlns:a16="http://schemas.microsoft.com/office/drawing/2014/main" val="2598441626"/>
                  </a:ext>
                </a:extLst>
              </a:tr>
            </a:tbl>
          </a:graphicData>
        </a:graphic>
      </p:graphicFrame>
      <p:sp>
        <p:nvSpPr>
          <p:cNvPr id="5" name="Title 3">
            <a:extLst>
              <a:ext uri="{FF2B5EF4-FFF2-40B4-BE49-F238E27FC236}">
                <a16:creationId xmlns:a16="http://schemas.microsoft.com/office/drawing/2014/main" id="{517DAABD-81B8-C68A-2385-F046AF4CFFAA}"/>
              </a:ext>
            </a:extLst>
          </p:cNvPr>
          <p:cNvSpPr txBox="1">
            <a:spLocks/>
          </p:cNvSpPr>
          <p:nvPr userDrawn="1"/>
        </p:nvSpPr>
        <p:spPr bwMode="auto">
          <a:xfrm>
            <a:off x="365382" y="70123"/>
            <a:ext cx="12309217" cy="86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defTabSz="995363" eaLnBrk="1" hangingPunct="1">
              <a:defRPr sz="4000">
                <a:latin typeface="楷体" panose="02010609060101010101" pitchFamily="49" charset="-122"/>
                <a:ea typeface="楷体" panose="02010609060101010101" pitchFamily="49" charset="-122"/>
                <a:cs typeface="Lato Heavy" panose="020F0502020204030203" pitchFamily="34" charset="0"/>
              </a:defRPr>
            </a:lvl1pPr>
            <a:lvl2pPr defTabSz="995363" eaLnBrk="1" hangingPunct="1">
              <a:defRPr sz="3500">
                <a:ea typeface="PMingLiU" pitchFamily="18" charset="-120"/>
              </a:defRPr>
            </a:lvl2pPr>
            <a:lvl3pPr defTabSz="995363" eaLnBrk="1" hangingPunct="1">
              <a:defRPr sz="3500">
                <a:ea typeface="PMingLiU" pitchFamily="18" charset="-120"/>
              </a:defRPr>
            </a:lvl3pPr>
            <a:lvl4pPr defTabSz="995363" eaLnBrk="1" hangingPunct="1">
              <a:defRPr sz="3500">
                <a:ea typeface="PMingLiU" pitchFamily="18" charset="-120"/>
              </a:defRPr>
            </a:lvl4pPr>
            <a:lvl5pPr defTabSz="995363" eaLnBrk="1" hangingPunct="1">
              <a:defRPr sz="3500">
                <a:ea typeface="PMingLiU" pitchFamily="18" charset="-120"/>
              </a:defRPr>
            </a:lvl5pPr>
            <a:lvl6pPr marL="457200" defTabSz="995363" fontAlgn="base">
              <a:spcBef>
                <a:spcPct val="0"/>
              </a:spcBef>
              <a:spcAft>
                <a:spcPct val="0"/>
              </a:spcAft>
              <a:defRPr sz="3500">
                <a:ea typeface="PMingLiU" pitchFamily="18" charset="-120"/>
              </a:defRPr>
            </a:lvl6pPr>
            <a:lvl7pPr marL="914400" defTabSz="995363" fontAlgn="base">
              <a:spcBef>
                <a:spcPct val="0"/>
              </a:spcBef>
              <a:spcAft>
                <a:spcPct val="0"/>
              </a:spcAft>
              <a:defRPr sz="3500">
                <a:ea typeface="PMingLiU" pitchFamily="18" charset="-120"/>
              </a:defRPr>
            </a:lvl7pPr>
            <a:lvl8pPr marL="1371600" defTabSz="995363" fontAlgn="base">
              <a:spcBef>
                <a:spcPct val="0"/>
              </a:spcBef>
              <a:spcAft>
                <a:spcPct val="0"/>
              </a:spcAft>
              <a:defRPr sz="3500">
                <a:ea typeface="PMingLiU" pitchFamily="18" charset="-120"/>
              </a:defRPr>
            </a:lvl8pPr>
            <a:lvl9pPr marL="1828800" defTabSz="995363" fontAlgn="base">
              <a:spcBef>
                <a:spcPct val="0"/>
              </a:spcBef>
              <a:spcAft>
                <a:spcPct val="0"/>
              </a:spcAft>
              <a:defRPr sz="3500">
                <a:ea typeface="PMingLiU" pitchFamily="18" charset="-120"/>
              </a:defRPr>
            </a:lvl9pPr>
          </a:lstStyle>
          <a:p>
            <a:r>
              <a:rPr lang="zh-CN" altLang="en-US" sz="3000" dirty="0">
                <a:latin typeface="Lato" panose="020F0502020204030203" pitchFamily="34" charset="0"/>
                <a:ea typeface="黑体" panose="02010609060101010101" pitchFamily="49" charset="-122"/>
                <a:cs typeface="Arial" panose="020B0604020202020204" pitchFamily="34" charset="0"/>
              </a:rPr>
              <a:t>免责声明</a:t>
            </a:r>
          </a:p>
        </p:txBody>
      </p:sp>
    </p:spTree>
    <p:extLst>
      <p:ext uri="{BB962C8B-B14F-4D97-AF65-F5344CB8AC3E}">
        <p14:creationId xmlns:p14="http://schemas.microsoft.com/office/powerpoint/2010/main" val="1773700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 name="Text Box 7">
            <a:extLst>
              <a:ext uri="{FF2B5EF4-FFF2-40B4-BE49-F238E27FC236}">
                <a16:creationId xmlns:a16="http://schemas.microsoft.com/office/drawing/2014/main" id="{B8C5129B-E9CA-1040-5DEC-ACF93B67F2F1}"/>
              </a:ext>
            </a:extLst>
          </p:cNvPr>
          <p:cNvSpPr txBox="1">
            <a:spLocks noChangeArrowheads="1"/>
          </p:cNvSpPr>
          <p:nvPr userDrawn="1"/>
        </p:nvSpPr>
        <p:spPr bwMode="auto">
          <a:xfrm>
            <a:off x="12870730" y="7213424"/>
            <a:ext cx="153568"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defTabSz="995363">
              <a:defRPr sz="2400">
                <a:solidFill>
                  <a:schemeClr val="tx1"/>
                </a:solidFill>
                <a:latin typeface="Times New Roman" pitchFamily="18" charset="0"/>
                <a:ea typeface="PMingLiU" pitchFamily="18" charset="-120"/>
              </a:defRPr>
            </a:lvl1pPr>
            <a:lvl2pPr marL="498475" defTabSz="995363">
              <a:defRPr sz="2400">
                <a:solidFill>
                  <a:schemeClr val="tx1"/>
                </a:solidFill>
                <a:latin typeface="Times New Roman" pitchFamily="18" charset="0"/>
                <a:ea typeface="PMingLiU" pitchFamily="18" charset="-120"/>
              </a:defRPr>
            </a:lvl2pPr>
            <a:lvl3pPr marL="995363" defTabSz="995363">
              <a:defRPr sz="2400">
                <a:solidFill>
                  <a:schemeClr val="tx1"/>
                </a:solidFill>
                <a:latin typeface="Times New Roman" pitchFamily="18" charset="0"/>
                <a:ea typeface="PMingLiU" pitchFamily="18" charset="-120"/>
              </a:defRPr>
            </a:lvl3pPr>
            <a:lvl4pPr marL="1493838" defTabSz="995363">
              <a:defRPr sz="2400">
                <a:solidFill>
                  <a:schemeClr val="tx1"/>
                </a:solidFill>
                <a:latin typeface="Times New Roman" pitchFamily="18" charset="0"/>
                <a:ea typeface="PMingLiU" pitchFamily="18" charset="-120"/>
              </a:defRPr>
            </a:lvl4pPr>
            <a:lvl5pPr marL="1992313" defTabSz="995363">
              <a:defRPr sz="2400">
                <a:solidFill>
                  <a:schemeClr val="tx1"/>
                </a:solidFill>
                <a:latin typeface="Times New Roman" pitchFamily="18" charset="0"/>
                <a:ea typeface="PMingLiU"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PMingLiU"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PMingLiU"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PMingLiU"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PMingLiU" pitchFamily="18" charset="-120"/>
              </a:defRPr>
            </a:lvl9pPr>
          </a:lstStyle>
          <a:p>
            <a:pPr algn="l"/>
            <a:fld id="{9E47B8BE-A9DE-4032-B586-FBED7052022C}" type="slidenum">
              <a:rPr lang="en-US" altLang="zh-CN" sz="1000" b="0" spc="20" baseline="0" smtClean="0">
                <a:solidFill>
                  <a:srgbClr val="000066"/>
                </a:solidFill>
                <a:latin typeface="Lato" panose="020F0502020204030203" pitchFamily="34" charset="0"/>
                <a:ea typeface="黑体" panose="02010609060101010101" pitchFamily="49" charset="-122"/>
                <a:cs typeface="Arial" panose="020B0604020202020204" pitchFamily="34" charset="0"/>
              </a:rPr>
              <a:pPr algn="l"/>
              <a:t>‹#›</a:t>
            </a:fld>
            <a:endParaRPr lang="en-US" altLang="zh-CN" sz="1000" b="0" spc="20" baseline="0" dirty="0">
              <a:solidFill>
                <a:srgbClr val="000066"/>
              </a:solidFill>
              <a:latin typeface="Lato" panose="020F0502020204030203" pitchFamily="34" charset="0"/>
              <a:ea typeface="黑体" panose="02010609060101010101" pitchFamily="49" charset="-122"/>
              <a:cs typeface="Arial" panose="020B0604020202020204" pitchFamily="34" charset="0"/>
            </a:endParaRPr>
          </a:p>
        </p:txBody>
      </p:sp>
      <p:sp>
        <p:nvSpPr>
          <p:cNvPr id="3" name="Rectangle 5">
            <a:extLst>
              <a:ext uri="{FF2B5EF4-FFF2-40B4-BE49-F238E27FC236}">
                <a16:creationId xmlns:a16="http://schemas.microsoft.com/office/drawing/2014/main" id="{0CE3517A-4C05-FAD4-018C-0B960F14DAF8}"/>
              </a:ext>
            </a:extLst>
          </p:cNvPr>
          <p:cNvSpPr>
            <a:spLocks noGrp="1" noChangeArrowheads="1"/>
          </p:cNvSpPr>
          <p:nvPr>
            <p:ph type="title"/>
          </p:nvPr>
        </p:nvSpPr>
        <p:spPr bwMode="auto">
          <a:xfrm>
            <a:off x="384175" y="93840"/>
            <a:ext cx="12674600" cy="87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US" altLang="zh-TW" dirty="0"/>
              <a:t>Click to edit Master title style</a:t>
            </a:r>
          </a:p>
        </p:txBody>
      </p:sp>
      <p:cxnSp>
        <p:nvCxnSpPr>
          <p:cNvPr id="7" name="Straight Connector 6">
            <a:extLst>
              <a:ext uri="{FF2B5EF4-FFF2-40B4-BE49-F238E27FC236}">
                <a16:creationId xmlns:a16="http://schemas.microsoft.com/office/drawing/2014/main" id="{84AA1FD4-D35D-E4AD-FF0F-AE5AC07EB6E9}"/>
              </a:ext>
            </a:extLst>
          </p:cNvPr>
          <p:cNvCxnSpPr/>
          <p:nvPr userDrawn="1"/>
        </p:nvCxnSpPr>
        <p:spPr bwMode="auto">
          <a:xfrm>
            <a:off x="384176" y="925284"/>
            <a:ext cx="12674599" cy="0"/>
          </a:xfrm>
          <a:prstGeom prst="line">
            <a:avLst/>
          </a:prstGeom>
          <a:solidFill>
            <a:schemeClr val="accent1"/>
          </a:solidFill>
          <a:ln w="19050" cap="flat" cmpd="sng" algn="ctr">
            <a:solidFill>
              <a:srgbClr val="D7000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 name="图片 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384176" y="7079320"/>
            <a:ext cx="1089144" cy="301711"/>
          </a:xfrm>
          <a:prstGeom prst="rect">
            <a:avLst/>
          </a:prstGeom>
        </p:spPr>
      </p:pic>
    </p:spTree>
    <p:extLst>
      <p:ext uri="{BB962C8B-B14F-4D97-AF65-F5344CB8AC3E}">
        <p14:creationId xmlns:p14="http://schemas.microsoft.com/office/powerpoint/2010/main" val="3380942781"/>
      </p:ext>
    </p:extLst>
  </p:cSld>
  <p:clrMap bg1="lt1" tx1="dk1" bg2="lt2" tx2="dk2" accent1="accent1" accent2="accent2" accent3="accent3" accent4="accent4" accent5="accent5" accent6="accent6" hlink="hlink" folHlink="folHlink"/>
  <p:sldLayoutIdLst>
    <p:sldLayoutId id="2147483683" r:id="rId1"/>
    <p:sldLayoutId id="2147483691" r:id="rId2"/>
    <p:sldLayoutId id="2147483684" r:id="rId3"/>
    <p:sldLayoutId id="2147483685" r:id="rId4"/>
    <p:sldLayoutId id="2147483686" r:id="rId5"/>
    <p:sldLayoutId id="2147483687" r:id="rId6"/>
    <p:sldLayoutId id="2147483692" r:id="rId7"/>
    <p:sldLayoutId id="2147483688" r:id="rId8"/>
    <p:sldLayoutId id="2147483689" r:id="rId9"/>
    <p:sldLayoutId id="2147483690" r:id="rId10"/>
    <p:sldLayoutId id="2147483693" r:id="rId11"/>
    <p:sldLayoutId id="2147483694" r:id="rId12"/>
  </p:sldLayoutIdLst>
  <p:txStyles>
    <p:titleStyle>
      <a:lvl1pPr algn="l" defTabSz="995363" rtl="0" eaLnBrk="1" fontAlgn="base" hangingPunct="1">
        <a:spcBef>
          <a:spcPct val="0"/>
        </a:spcBef>
        <a:spcAft>
          <a:spcPct val="0"/>
        </a:spcAft>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p:titleStyle>
    <p:bodyStyle>
      <a:lvl1pPr marL="385763" indent="-385763" algn="l" defTabSz="590550" rtl="0" eaLnBrk="1" fontAlgn="base" hangingPunct="1">
        <a:lnSpc>
          <a:spcPct val="95000"/>
        </a:lnSpc>
        <a:spcBef>
          <a:spcPct val="85000"/>
        </a:spcBef>
        <a:spcAft>
          <a:spcPct val="0"/>
        </a:spcAft>
        <a:buClr>
          <a:srgbClr val="000066"/>
        </a:buClr>
        <a:buFont typeface="Wingdings" panose="05000000000000000000" pitchFamily="2" charset="2"/>
        <a:buChar char="§"/>
        <a:defRPr sz="2600">
          <a:solidFill>
            <a:srgbClr val="000066"/>
          </a:solidFill>
          <a:latin typeface="Lato" panose="020F0502020204030203" pitchFamily="34" charset="0"/>
          <a:ea typeface="Lato" panose="020F0502020204030203" pitchFamily="34" charset="0"/>
          <a:cs typeface="Lato" panose="020F0502020204030203" pitchFamily="34" charset="0"/>
        </a:defRPr>
      </a:lvl1pPr>
      <a:lvl2pPr marL="735013" indent="-347663" algn="l" defTabSz="590550" rtl="0" eaLnBrk="1" fontAlgn="base" hangingPunct="1">
        <a:lnSpc>
          <a:spcPct val="95000"/>
        </a:lnSpc>
        <a:spcBef>
          <a:spcPct val="50000"/>
        </a:spcBef>
        <a:spcAft>
          <a:spcPct val="0"/>
        </a:spcAft>
        <a:buClr>
          <a:srgbClr val="000066"/>
        </a:buClr>
        <a:buSzPct val="80000"/>
        <a:buFont typeface="Wingdings" panose="05000000000000000000" pitchFamily="2" charset="2"/>
        <a:buChar char="§"/>
        <a:defRPr sz="2200">
          <a:solidFill>
            <a:srgbClr val="000066"/>
          </a:solidFill>
          <a:latin typeface="Lato" panose="020F0502020204030203" pitchFamily="34" charset="0"/>
          <a:ea typeface="Lato" panose="020F0502020204030203" pitchFamily="34" charset="0"/>
          <a:cs typeface="Lato" panose="020F0502020204030203" pitchFamily="34" charset="0"/>
        </a:defRPr>
      </a:lvl2pPr>
      <a:lvl3pPr marL="1063625" indent="-327025" algn="l" defTabSz="590550" rtl="0" eaLnBrk="1" fontAlgn="base" hangingPunct="1">
        <a:lnSpc>
          <a:spcPct val="95000"/>
        </a:lnSpc>
        <a:spcBef>
          <a:spcPct val="40000"/>
        </a:spcBef>
        <a:spcAft>
          <a:spcPct val="0"/>
        </a:spcAft>
        <a:buClr>
          <a:srgbClr val="000066"/>
        </a:buClr>
        <a:buSzPct val="70000"/>
        <a:buFont typeface="Wingdings" panose="05000000000000000000" pitchFamily="2" charset="2"/>
        <a:buChar char="§"/>
        <a:defRPr sz="2000">
          <a:solidFill>
            <a:srgbClr val="000066"/>
          </a:solidFill>
          <a:latin typeface="Lato" panose="020F0502020204030203" pitchFamily="34" charset="0"/>
          <a:ea typeface="Lato" panose="020F0502020204030203" pitchFamily="34" charset="0"/>
          <a:cs typeface="Lato" panose="020F0502020204030203" pitchFamily="34" charset="0"/>
        </a:defRPr>
      </a:lvl3pPr>
      <a:lvl4pPr marL="1323975" indent="-258763" algn="l" defTabSz="590550" rtl="0" eaLnBrk="1" fontAlgn="base" hangingPunct="1">
        <a:lnSpc>
          <a:spcPct val="95000"/>
        </a:lnSpc>
        <a:spcBef>
          <a:spcPct val="30000"/>
        </a:spcBef>
        <a:spcAft>
          <a:spcPct val="0"/>
        </a:spcAft>
        <a:buClr>
          <a:srgbClr val="000066"/>
        </a:buClr>
        <a:buSzPct val="70000"/>
        <a:buFont typeface="Wingdings" panose="05000000000000000000" pitchFamily="2" charset="2"/>
        <a:buChar char="§"/>
        <a:defRPr sz="1600">
          <a:solidFill>
            <a:srgbClr val="000066"/>
          </a:solidFill>
          <a:latin typeface="Lato" panose="020F0502020204030203" pitchFamily="34" charset="0"/>
          <a:ea typeface="Lato" panose="020F0502020204030203" pitchFamily="34" charset="0"/>
          <a:cs typeface="Lato" panose="020F0502020204030203" pitchFamily="34" charset="0"/>
        </a:defRPr>
      </a:lvl4pPr>
      <a:lvl5pPr marL="1550988" indent="-225425" algn="l" defTabSz="590550" rtl="0" eaLnBrk="1" fontAlgn="base" hangingPunct="1">
        <a:lnSpc>
          <a:spcPct val="95000"/>
        </a:lnSpc>
        <a:spcBef>
          <a:spcPct val="20000"/>
        </a:spcBef>
        <a:spcAft>
          <a:spcPct val="0"/>
        </a:spcAft>
        <a:buClr>
          <a:srgbClr val="000066"/>
        </a:buClr>
        <a:buSzPct val="70000"/>
        <a:buFont typeface="Wingdings" panose="05000000000000000000" pitchFamily="2" charset="2"/>
        <a:buChar char="§"/>
        <a:defRPr sz="1300">
          <a:solidFill>
            <a:srgbClr val="000066"/>
          </a:solidFill>
          <a:latin typeface="Lato" panose="020F0502020204030203" pitchFamily="34" charset="0"/>
          <a:ea typeface="Lato" panose="020F0502020204030203" pitchFamily="34" charset="0"/>
          <a:cs typeface="Lato" panose="020F0502020204030203" pitchFamily="34" charset="0"/>
        </a:defRPr>
      </a:lvl5pPr>
      <a:lvl6pPr marL="20081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15"/>
        </a:buBlip>
        <a:defRPr sz="1300">
          <a:solidFill>
            <a:srgbClr val="000066"/>
          </a:solidFill>
          <a:latin typeface="+mn-lt"/>
          <a:ea typeface="+mn-ea"/>
        </a:defRPr>
      </a:lvl6pPr>
      <a:lvl7pPr marL="24653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15"/>
        </a:buBlip>
        <a:defRPr sz="1300">
          <a:solidFill>
            <a:srgbClr val="000066"/>
          </a:solidFill>
          <a:latin typeface="+mn-lt"/>
          <a:ea typeface="+mn-ea"/>
        </a:defRPr>
      </a:lvl7pPr>
      <a:lvl8pPr marL="29225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15"/>
        </a:buBlip>
        <a:defRPr sz="1300">
          <a:solidFill>
            <a:srgbClr val="000066"/>
          </a:solidFill>
          <a:latin typeface="+mn-lt"/>
          <a:ea typeface="+mn-ea"/>
        </a:defRPr>
      </a:lvl8pPr>
      <a:lvl9pPr marL="33797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15"/>
        </a:buBlip>
        <a:defRPr sz="1300">
          <a:solidFill>
            <a:srgbClr val="000066"/>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36" userDrawn="1">
          <p15:clr>
            <a:srgbClr val="F26B43"/>
          </p15:clr>
        </p15:guide>
        <p15:guide id="2" pos="4325">
          <p15:clr>
            <a:srgbClr val="F26B43"/>
          </p15:clr>
        </p15:guide>
        <p15:guide id="3" pos="8226">
          <p15:clr>
            <a:srgbClr val="F26B43"/>
          </p15:clr>
        </p15:guide>
        <p15:guide id="4" pos="242">
          <p15:clr>
            <a:srgbClr val="F26B43"/>
          </p15:clr>
        </p15:guide>
        <p15:guide id="5" orient="horz" pos="766" userDrawn="1">
          <p15:clr>
            <a:srgbClr val="F26B43"/>
          </p15:clr>
        </p15:guide>
        <p15:guide id="6" orient="horz" pos="4332">
          <p15:clr>
            <a:srgbClr val="F26B43"/>
          </p15:clr>
        </p15:guide>
        <p15:guide id="7" orient="horz" pos="2584" userDrawn="1">
          <p15:clr>
            <a:srgbClr val="F26B43"/>
          </p15:clr>
        </p15:guide>
        <p15:guide id="8" orient="horz" pos="2754" userDrawn="1">
          <p15:clr>
            <a:srgbClr val="F26B43"/>
          </p15:clr>
        </p15:guide>
        <p15:guide id="9" pos="4143">
          <p15:clr>
            <a:srgbClr val="F26B43"/>
          </p15:clr>
        </p15:guide>
        <p15:guide id="10" pos="2827">
          <p15:clr>
            <a:srgbClr val="F26B43"/>
          </p15:clr>
        </p15:guide>
        <p15:guide id="11" pos="2953">
          <p15:clr>
            <a:srgbClr val="F26B43"/>
          </p15:clr>
        </p15:guide>
        <p15:guide id="12" pos="5522">
          <p15:clr>
            <a:srgbClr val="F26B43"/>
          </p15:clr>
        </p15:guide>
        <p15:guide id="13" pos="564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em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emf"/><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emf"/><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5" Type="http://schemas.openxmlformats.org/officeDocument/2006/relationships/chart" Target="../charts/chart10.xml"/><Relationship Id="rId4" Type="http://schemas.openxmlformats.org/officeDocument/2006/relationships/chart" Target="../charts/chart9.xml"/></Relationships>
</file>

<file path=ppt/slides/_rels/slide1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 Id="rId5" Type="http://schemas.openxmlformats.org/officeDocument/2006/relationships/chart" Target="../charts/chart14.xml"/><Relationship Id="rId4" Type="http://schemas.openxmlformats.org/officeDocument/2006/relationships/chart" Target="../charts/char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8BB6F0-052F-FDE2-5ED9-D66DA8E023D9}"/>
              </a:ext>
            </a:extLst>
          </p:cNvPr>
          <p:cNvSpPr>
            <a:spLocks noGrp="1"/>
          </p:cNvSpPr>
          <p:nvPr>
            <p:ph type="ctrTitle"/>
          </p:nvPr>
        </p:nvSpPr>
        <p:spPr>
          <a:xfrm>
            <a:off x="602630" y="2128763"/>
            <a:ext cx="6406877" cy="668331"/>
          </a:xfrm>
        </p:spPr>
        <p:txBody>
          <a:bodyPr/>
          <a:lstStyle/>
          <a:p>
            <a:r>
              <a:rPr lang="zh-CN" altLang="en-US" b="1" dirty="0">
                <a:latin typeface="Lato" panose="020F0502020204030203" pitchFamily="34" charset="0"/>
                <a:ea typeface="黑体" panose="02010609060101010101" pitchFamily="49" charset="-122"/>
              </a:rPr>
              <a:t>角逐定价权，迈入低波市</a:t>
            </a:r>
            <a:endParaRPr lang="en-GB" b="1" dirty="0">
              <a:latin typeface="Lato" panose="020F0502020204030203" pitchFamily="34" charset="0"/>
              <a:ea typeface="黑体" panose="02010609060101010101" pitchFamily="49" charset="-122"/>
            </a:endParaRPr>
          </a:p>
        </p:txBody>
      </p:sp>
      <p:sp>
        <p:nvSpPr>
          <p:cNvPr id="4" name="Subtitle 3">
            <a:extLst>
              <a:ext uri="{FF2B5EF4-FFF2-40B4-BE49-F238E27FC236}">
                <a16:creationId xmlns:a16="http://schemas.microsoft.com/office/drawing/2014/main" id="{7714BB66-A667-FCA3-9A83-32FCB27CD2EC}"/>
              </a:ext>
            </a:extLst>
          </p:cNvPr>
          <p:cNvSpPr>
            <a:spLocks noGrp="1"/>
          </p:cNvSpPr>
          <p:nvPr>
            <p:ph type="subTitle" idx="1"/>
          </p:nvPr>
        </p:nvSpPr>
        <p:spPr/>
        <p:txBody>
          <a:bodyPr/>
          <a:lstStyle/>
          <a:p>
            <a:r>
              <a:rPr lang="en-US" altLang="zh-CN" dirty="0">
                <a:latin typeface="Lato" panose="020F0502020204030203" pitchFamily="34" charset="0"/>
                <a:ea typeface="黑体" panose="02010609060101010101" pitchFamily="49" charset="-122"/>
                <a:cs typeface="Arial" panose="020B0604020202020204" pitchFamily="34" charset="0"/>
              </a:rPr>
              <a:t>2026</a:t>
            </a:r>
            <a:r>
              <a:rPr lang="zh-CN" altLang="en-US" dirty="0">
                <a:latin typeface="Lato" panose="020F0502020204030203" pitchFamily="34" charset="0"/>
                <a:ea typeface="黑体" panose="02010609060101010101" pitchFamily="49" charset="-122"/>
                <a:cs typeface="Arial" panose="020B0604020202020204" pitchFamily="34" charset="0"/>
              </a:rPr>
              <a:t>年</a:t>
            </a:r>
            <a:r>
              <a:rPr lang="en-US" altLang="zh-CN" dirty="0">
                <a:latin typeface="Lato" panose="020F0502020204030203" pitchFamily="34" charset="0"/>
                <a:ea typeface="黑体" panose="02010609060101010101" pitchFamily="49" charset="-122"/>
                <a:cs typeface="Arial" panose="020B0604020202020204" pitchFamily="34" charset="0"/>
              </a:rPr>
              <a:t>A</a:t>
            </a:r>
            <a:r>
              <a:rPr lang="zh-CN" altLang="en-US" dirty="0">
                <a:latin typeface="Lato" panose="020F0502020204030203" pitchFamily="34" charset="0"/>
                <a:ea typeface="黑体" panose="02010609060101010101" pitchFamily="49" charset="-122"/>
                <a:cs typeface="Arial" panose="020B0604020202020204" pitchFamily="34" charset="0"/>
              </a:rPr>
              <a:t>股投资策略</a:t>
            </a:r>
          </a:p>
          <a:p>
            <a:endParaRPr lang="en-GB" dirty="0">
              <a:latin typeface="Lato" panose="020F0502020204030203" pitchFamily="34" charset="0"/>
              <a:ea typeface="黑体" panose="02010609060101010101" pitchFamily="49" charset="-122"/>
              <a:cs typeface="Arial" panose="020B0604020202020204" pitchFamily="34" charset="0"/>
            </a:endParaRPr>
          </a:p>
        </p:txBody>
      </p:sp>
      <p:sp>
        <p:nvSpPr>
          <p:cNvPr id="5" name="Rectangle 4">
            <a:extLst>
              <a:ext uri="{FF2B5EF4-FFF2-40B4-BE49-F238E27FC236}">
                <a16:creationId xmlns:a16="http://schemas.microsoft.com/office/drawing/2014/main" id="{F53D33E7-DE77-8FA5-B596-30B03EB10ABA}"/>
              </a:ext>
            </a:extLst>
          </p:cNvPr>
          <p:cNvSpPr>
            <a:spLocks noChangeArrowheads="1"/>
          </p:cNvSpPr>
          <p:nvPr/>
        </p:nvSpPr>
        <p:spPr bwMode="auto">
          <a:xfrm>
            <a:off x="626411" y="4670643"/>
            <a:ext cx="3430767" cy="301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r>
              <a:rPr lang="zh-CN" altLang="en-US" sz="2000" b="0" spc="20" dirty="0">
                <a:latin typeface="Lato" panose="020F0502020204030203" pitchFamily="34" charset="0"/>
                <a:ea typeface="黑体" panose="02010609060101010101" pitchFamily="49" charset="-122"/>
                <a:cs typeface="Lato" panose="020F0502020204030203" pitchFamily="34" charset="0"/>
              </a:rPr>
              <a:t>裘翔 </a:t>
            </a:r>
            <a:endParaRPr lang="en-US" sz="2000" b="0" spc="20" dirty="0">
              <a:latin typeface="Lato" panose="020F0502020204030203" pitchFamily="34" charset="0"/>
              <a:ea typeface="黑体" panose="02010609060101010101" pitchFamily="49" charset="-122"/>
              <a:cs typeface="Lato" panose="020F0502020204030203" pitchFamily="34" charset="0"/>
            </a:endParaRPr>
          </a:p>
        </p:txBody>
      </p:sp>
      <p:sp>
        <p:nvSpPr>
          <p:cNvPr id="6" name="Rectangle 6">
            <a:extLst>
              <a:ext uri="{FF2B5EF4-FFF2-40B4-BE49-F238E27FC236}">
                <a16:creationId xmlns:a16="http://schemas.microsoft.com/office/drawing/2014/main" id="{C630E5F8-85D2-3D1D-2463-45B2C69E058C}"/>
              </a:ext>
            </a:extLst>
          </p:cNvPr>
          <p:cNvSpPr>
            <a:spLocks noChangeArrowheads="1"/>
          </p:cNvSpPr>
          <p:nvPr/>
        </p:nvSpPr>
        <p:spPr bwMode="auto">
          <a:xfrm>
            <a:off x="626411" y="4982077"/>
            <a:ext cx="3430767" cy="194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r>
              <a:rPr lang="zh-CN" altLang="en-US" sz="1400" b="0" spc="20" dirty="0">
                <a:solidFill>
                  <a:srgbClr val="356BAC"/>
                </a:solidFill>
                <a:latin typeface="Lato" panose="020F0502020204030203" pitchFamily="34" charset="0"/>
                <a:ea typeface="黑体" panose="02010609060101010101" pitchFamily="49" charset="-122"/>
                <a:cs typeface="Lato" panose="020F0502020204030203" pitchFamily="34" charset="0"/>
              </a:rPr>
              <a:t>中信证券研究部 </a:t>
            </a:r>
            <a:r>
              <a:rPr lang="zh-CN" altLang="en-US" sz="1400" b="0" spc="20" dirty="0">
                <a:solidFill>
                  <a:srgbClr val="356BAC"/>
                </a:solidFill>
                <a:latin typeface="Lato" panose="020F0502020204030203" pitchFamily="34" charset="0"/>
                <a:ea typeface="黑体" panose="02010609060101010101" pitchFamily="49" charset="-122"/>
                <a:cs typeface="Arial" panose="020B0604020202020204" pitchFamily="34" charset="0"/>
              </a:rPr>
              <a:t>首席</a:t>
            </a:r>
            <a:r>
              <a:rPr lang="en-US" altLang="zh-CN" sz="1400" b="0" spc="20" dirty="0">
                <a:solidFill>
                  <a:srgbClr val="356BAC"/>
                </a:solidFill>
                <a:latin typeface="Lato" panose="020F0502020204030203" pitchFamily="34" charset="0"/>
                <a:ea typeface="黑体" panose="02010609060101010101" pitchFamily="49" charset="-122"/>
                <a:cs typeface="Arial" panose="020B0604020202020204" pitchFamily="34" charset="0"/>
              </a:rPr>
              <a:t>A</a:t>
            </a:r>
            <a:r>
              <a:rPr lang="zh-CN" altLang="en-US" sz="1400" b="0" spc="20" dirty="0">
                <a:solidFill>
                  <a:srgbClr val="356BAC"/>
                </a:solidFill>
                <a:latin typeface="Lato" panose="020F0502020204030203" pitchFamily="34" charset="0"/>
                <a:ea typeface="黑体" panose="02010609060101010101" pitchFamily="49" charset="-122"/>
                <a:cs typeface="Arial" panose="020B0604020202020204" pitchFamily="34" charset="0"/>
              </a:rPr>
              <a:t>股策略师</a:t>
            </a:r>
            <a:endParaRPr lang="en-US" sz="1400" b="0" spc="20" dirty="0">
              <a:solidFill>
                <a:srgbClr val="356BAC"/>
              </a:solidFill>
              <a:latin typeface="Lato" panose="020F0502020204030203" pitchFamily="34" charset="0"/>
              <a:ea typeface="黑体" panose="02010609060101010101" pitchFamily="49" charset="-122"/>
              <a:cs typeface="Arial" panose="020B0604020202020204" pitchFamily="34" charset="0"/>
            </a:endParaRPr>
          </a:p>
        </p:txBody>
      </p:sp>
      <p:sp>
        <p:nvSpPr>
          <p:cNvPr id="7" name="Text Placeholder 10"/>
          <p:cNvSpPr>
            <a:spLocks noGrp="1"/>
          </p:cNvSpPr>
          <p:nvPr>
            <p:ph type="body" sz="quarter" idx="13" hasCustomPrompt="1"/>
          </p:nvPr>
        </p:nvSpPr>
        <p:spPr>
          <a:xfrm>
            <a:off x="626400" y="5923722"/>
            <a:ext cx="4728715" cy="233173"/>
          </a:xfrm>
          <a:prstGeom prst="rect">
            <a:avLst/>
          </a:prstGeom>
        </p:spPr>
        <p:txBody>
          <a:bodyPr anchor="ctr"/>
          <a:lstStyle>
            <a:lvl1pPr marL="0" indent="0">
              <a:lnSpc>
                <a:spcPct val="90000"/>
              </a:lnSpc>
              <a:spcAft>
                <a:spcPts val="0"/>
              </a:spcAft>
              <a:buNone/>
              <a:defRPr sz="1400" b="0" spc="0">
                <a:solidFill>
                  <a:srgbClr val="7F7F7F"/>
                </a:solidFill>
                <a:latin typeface="+mj-lt"/>
              </a:defRPr>
            </a:lvl1pPr>
          </a:lstStyle>
          <a:p>
            <a:pPr lvl="0">
              <a:lnSpc>
                <a:spcPct val="100000"/>
              </a:lnSpc>
              <a:spcBef>
                <a:spcPts val="0"/>
              </a:spcBef>
            </a:pPr>
            <a:r>
              <a:rPr lang="en-US" dirty="0">
                <a:solidFill>
                  <a:srgbClr val="000066"/>
                </a:solidFill>
              </a:rPr>
              <a:t>2026</a:t>
            </a:r>
            <a:r>
              <a:rPr lang="zh-CN" altLang="en-US" dirty="0">
                <a:solidFill>
                  <a:srgbClr val="000066"/>
                </a:solidFill>
              </a:rPr>
              <a:t>年</a:t>
            </a:r>
            <a:r>
              <a:rPr lang="en-US" altLang="zh-CN" dirty="0">
                <a:solidFill>
                  <a:srgbClr val="000066"/>
                </a:solidFill>
              </a:rPr>
              <a:t>*</a:t>
            </a:r>
            <a:r>
              <a:rPr lang="zh-CN" altLang="en-US" dirty="0">
                <a:solidFill>
                  <a:srgbClr val="000066"/>
                </a:solidFill>
              </a:rPr>
              <a:t>月</a:t>
            </a:r>
            <a:r>
              <a:rPr lang="en-US" altLang="zh-CN" dirty="0">
                <a:solidFill>
                  <a:srgbClr val="000066"/>
                </a:solidFill>
              </a:rPr>
              <a:t>*</a:t>
            </a:r>
            <a:r>
              <a:rPr lang="zh-CN" altLang="en-US" dirty="0">
                <a:solidFill>
                  <a:srgbClr val="000066"/>
                </a:solidFill>
              </a:rPr>
              <a:t>日</a:t>
            </a:r>
            <a:endParaRPr lang="en-US" dirty="0">
              <a:solidFill>
                <a:srgbClr val="000066"/>
              </a:solidFill>
            </a:endParaRPr>
          </a:p>
        </p:txBody>
      </p:sp>
      <p:sp>
        <p:nvSpPr>
          <p:cNvPr id="8" name="Rectangle 9">
            <a:extLst>
              <a:ext uri="{FF2B5EF4-FFF2-40B4-BE49-F238E27FC236}">
                <a16:creationId xmlns:a16="http://schemas.microsoft.com/office/drawing/2014/main" id="{AB004376-80AC-A4B5-CCFD-65F3FC1D0EA2}"/>
              </a:ext>
            </a:extLst>
          </p:cNvPr>
          <p:cNvSpPr>
            <a:spLocks noChangeAspect="1" noChangeArrowheads="1"/>
          </p:cNvSpPr>
          <p:nvPr/>
        </p:nvSpPr>
        <p:spPr bwMode="auto">
          <a:xfrm>
            <a:off x="8964613" y="1226040"/>
            <a:ext cx="2642296" cy="3737416"/>
          </a:xfrm>
          <a:prstGeom prst="rect">
            <a:avLst/>
          </a:prstGeom>
          <a:solidFill>
            <a:schemeClr val="bg1">
              <a:lumMod val="85000"/>
            </a:schemeClr>
          </a:solidFill>
          <a:ln w="3175" cmpd="sng">
            <a:solidFill>
              <a:srgbClr val="595959"/>
            </a:solidFill>
          </a:ln>
          <a:effectLst>
            <a:outerShdw blurRad="63500" dist="63500" dir="2700003" rotWithShape="0">
              <a:schemeClr val="bg2">
                <a:lumMod val="75000"/>
                <a:alpha val="48000"/>
              </a:schemeClr>
            </a:outerShdw>
          </a:effectLst>
        </p:spPr>
        <p:txBody>
          <a:bodyPr anchor="ctr"/>
          <a:lstStyle/>
          <a:p>
            <a:pPr algn="ctr" defTabSz="995363"/>
            <a:r>
              <a:rPr lang="zh-CN" altLang="en-US" sz="2000" dirty="0">
                <a:latin typeface="黑体" panose="02010609060101010101" pitchFamily="49" charset="-122"/>
                <a:ea typeface="Lato" panose="020F0502020204030203" pitchFamily="34" charset="0"/>
                <a:cs typeface="Lato" panose="020F0502020204030203" pitchFamily="34" charset="0"/>
              </a:rPr>
              <a:t>报告封面图</a:t>
            </a:r>
            <a:endParaRPr lang="en-US" altLang="zh-CN" sz="2000" dirty="0">
              <a:latin typeface="黑体" panose="02010609060101010101" pitchFamily="49" charset="-122"/>
              <a:ea typeface="Lato" panose="020F0502020204030203" pitchFamily="34" charset="0"/>
              <a:cs typeface="Lato" panose="020F0502020204030203" pitchFamily="34" charset="0"/>
            </a:endParaRPr>
          </a:p>
          <a:p>
            <a:pPr algn="ctr" defTabSz="995363"/>
            <a:r>
              <a:rPr lang="zh-CN" altLang="en-US" sz="2000" dirty="0">
                <a:latin typeface="黑体" panose="02010609060101010101" pitchFamily="49" charset="-122"/>
                <a:ea typeface="Lato" panose="020F0502020204030203" pitchFamily="34" charset="0"/>
                <a:cs typeface="Lato" panose="020F0502020204030203" pitchFamily="34" charset="0"/>
              </a:rPr>
              <a:t>（如无请删除）</a:t>
            </a:r>
            <a:br>
              <a:rPr lang="en-GB" sz="2000" dirty="0">
                <a:latin typeface="黑体" panose="02010609060101010101" pitchFamily="49" charset="-122"/>
                <a:ea typeface="Lato" panose="020F0502020204030203" pitchFamily="34" charset="0"/>
                <a:cs typeface="Lato" panose="020F0502020204030203" pitchFamily="34" charset="0"/>
              </a:rPr>
            </a:br>
            <a:r>
              <a:rPr lang="en-GB" sz="2000" dirty="0">
                <a:latin typeface="Lato" panose="020F0502020204030203" pitchFamily="34" charset="0"/>
                <a:ea typeface="Lato" panose="020F0502020204030203" pitchFamily="34" charset="0"/>
                <a:cs typeface="Lato" panose="020F0502020204030203" pitchFamily="34" charset="0"/>
              </a:rPr>
              <a:t>(11.6 x 8.2cm</a:t>
            </a:r>
            <a:r>
              <a:rPr lang="en-GB" altLang="zh-TW" sz="2000" dirty="0">
                <a:latin typeface="Lato" panose="020F0502020204030203" pitchFamily="34" charset="0"/>
                <a:ea typeface="Lato" panose="020F0502020204030203" pitchFamily="34" charset="0"/>
                <a:cs typeface="Lato" panose="020F0502020204030203" pitchFamily="34" charset="0"/>
              </a:rPr>
              <a:t>)</a:t>
            </a:r>
          </a:p>
        </p:txBody>
      </p:sp>
    </p:spTree>
    <p:extLst>
      <p:ext uri="{BB962C8B-B14F-4D97-AF65-F5344CB8AC3E}">
        <p14:creationId xmlns:p14="http://schemas.microsoft.com/office/powerpoint/2010/main" val="1141253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F8428-903C-594A-23FF-50AA90E0C273}"/>
              </a:ext>
            </a:extLst>
          </p:cNvPr>
          <p:cNvSpPr>
            <a:spLocks noGrp="1"/>
          </p:cNvSpPr>
          <p:nvPr>
            <p:ph type="title"/>
          </p:nvPr>
        </p:nvSpPr>
        <p:spPr>
          <a:xfrm>
            <a:off x="384175" y="25744"/>
            <a:ext cx="12674600" cy="87456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r>
              <a:rPr lang="zh-CN" altLang="en-US" sz="3400" b="1" dirty="0">
                <a:ea typeface="黑体" panose="02010609060101010101" pitchFamily="49" charset="-122"/>
              </a:rPr>
              <a:t>目录</a:t>
            </a:r>
            <a:endParaRPr lang="en-GB" sz="3400" b="1" dirty="0">
              <a:ea typeface="黑体" panose="02010609060101010101" pitchFamily="49" charset="-122"/>
            </a:endParaRPr>
          </a:p>
        </p:txBody>
      </p:sp>
      <p:sp>
        <p:nvSpPr>
          <p:cNvPr id="4" name="文本占位符 4">
            <a:extLst>
              <a:ext uri="{FF2B5EF4-FFF2-40B4-BE49-F238E27FC236}">
                <a16:creationId xmlns:a16="http://schemas.microsoft.com/office/drawing/2014/main" id="{97C0387B-735D-0F55-BCFE-5A143E73F530}"/>
              </a:ext>
            </a:extLst>
          </p:cNvPr>
          <p:cNvSpPr txBox="1">
            <a:spLocks/>
          </p:cNvSpPr>
          <p:nvPr/>
        </p:nvSpPr>
        <p:spPr>
          <a:xfrm>
            <a:off x="394008" y="1188343"/>
            <a:ext cx="12664767" cy="295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85763" indent="-385763" defTabSz="590550" eaLnBrk="1" hangingPunct="1">
              <a:lnSpc>
                <a:spcPct val="95000"/>
              </a:lnSpc>
              <a:spcBef>
                <a:spcPct val="85000"/>
              </a:spcBef>
              <a:buClr>
                <a:srgbClr val="D7000F"/>
              </a:buClr>
              <a:buSzPct val="100000"/>
              <a:buFont typeface="Wingdings 2" panose="05020102010507070707" pitchFamily="18" charset="2"/>
              <a:buChar char=""/>
              <a:defRPr sz="2600" b="0" kern="0">
                <a:latin typeface="Lato" panose="020F0502020204030203" pitchFamily="34" charset="0"/>
                <a:ea typeface="Lato" panose="020F0502020204030203" pitchFamily="34" charset="0"/>
                <a:cs typeface="Lato" panose="020F0502020204030203" pitchFamily="34" charset="0"/>
              </a:defRPr>
            </a:lvl1pPr>
            <a:lvl2pPr marL="735013" indent="-347663" defTabSz="590550" eaLnBrk="1" hangingPunct="1">
              <a:lnSpc>
                <a:spcPct val="95000"/>
              </a:lnSpc>
              <a:spcBef>
                <a:spcPct val="50000"/>
              </a:spcBef>
              <a:buClr>
                <a:srgbClr val="D7000F"/>
              </a:buClr>
              <a:buSzPct val="80000"/>
              <a:buFont typeface="Wingdings 2" panose="05020102010507070707" pitchFamily="18" charset="2"/>
              <a:buChar char="¡"/>
              <a:defRPr sz="2200">
                <a:latin typeface="Lato" panose="020F0502020204030203" pitchFamily="34" charset="0"/>
                <a:ea typeface="Lato" panose="020F0502020204030203" pitchFamily="34" charset="0"/>
                <a:cs typeface="Lato" panose="020F0502020204030203" pitchFamily="34" charset="0"/>
              </a:defRPr>
            </a:lvl2pPr>
            <a:lvl3pPr marL="1063625" indent="-327025" defTabSz="590550" eaLnBrk="1" hangingPunct="1">
              <a:lnSpc>
                <a:spcPct val="95000"/>
              </a:lnSpc>
              <a:spcBef>
                <a:spcPct val="40000"/>
              </a:spcBef>
              <a:buClr>
                <a:srgbClr val="D7000F"/>
              </a:buClr>
              <a:buSzPct val="70000"/>
              <a:buFont typeface="Wingdings 2" panose="05020102010507070707" pitchFamily="18" charset="2"/>
              <a:buChar char="¡"/>
              <a:defRPr sz="2000">
                <a:latin typeface="Lato" panose="020F0502020204030203" pitchFamily="34" charset="0"/>
                <a:ea typeface="Lato" panose="020F0502020204030203" pitchFamily="34" charset="0"/>
                <a:cs typeface="Lato" panose="020F0502020204030203" pitchFamily="34" charset="0"/>
              </a:defRPr>
            </a:lvl3pPr>
            <a:lvl4pPr marL="1323975" indent="-258763" defTabSz="590550" eaLnBrk="1" hangingPunct="1">
              <a:lnSpc>
                <a:spcPct val="95000"/>
              </a:lnSpc>
              <a:spcBef>
                <a:spcPct val="30000"/>
              </a:spcBef>
              <a:buClr>
                <a:srgbClr val="D7000F"/>
              </a:buClr>
              <a:buSzPct val="70000"/>
              <a:buFont typeface="Wingdings 2" panose="05020102010507070707" pitchFamily="18" charset="2"/>
              <a:buChar char="¡"/>
              <a:defRPr sz="1600">
                <a:latin typeface="Lato" panose="020F0502020204030203" pitchFamily="34" charset="0"/>
                <a:ea typeface="Lato" panose="020F0502020204030203" pitchFamily="34" charset="0"/>
                <a:cs typeface="Lato" panose="020F0502020204030203" pitchFamily="34" charset="0"/>
              </a:defRPr>
            </a:lvl4pPr>
            <a:lvl5pPr marL="1550988" indent="-225425" defTabSz="590550" eaLnBrk="1" hangingPunct="1">
              <a:lnSpc>
                <a:spcPct val="95000"/>
              </a:lnSpc>
              <a:spcBef>
                <a:spcPct val="20000"/>
              </a:spcBef>
              <a:buClr>
                <a:srgbClr val="D7000F"/>
              </a:buClr>
              <a:buSzPct val="70000"/>
              <a:buFont typeface="Wingdings 2" panose="05020102010507070707" pitchFamily="18" charset="2"/>
              <a:buChar char="¡"/>
              <a:defRPr sz="1300">
                <a:latin typeface="Lato" panose="020F0502020204030203" pitchFamily="34" charset="0"/>
                <a:ea typeface="Lato" panose="020F0502020204030203" pitchFamily="34" charset="0"/>
                <a:cs typeface="Lato" panose="020F0502020204030203" pitchFamily="34" charset="0"/>
              </a:defRPr>
            </a:lvl5pPr>
            <a:lvl6pPr marL="2008188" indent="-225425" defTabSz="590550" fontAlgn="base">
              <a:lnSpc>
                <a:spcPct val="95000"/>
              </a:lnSpc>
              <a:spcBef>
                <a:spcPct val="20000"/>
              </a:spcBef>
              <a:spcAft>
                <a:spcPct val="0"/>
              </a:spcAft>
              <a:buClr>
                <a:srgbClr val="FFFF00"/>
              </a:buClr>
              <a:buSzPct val="70000"/>
              <a:buFont typeface="Wingdings" pitchFamily="2" charset="2"/>
              <a:buBlip>
                <a:blip r:embed="rId3"/>
              </a:buBlip>
              <a:defRPr sz="1300">
                <a:latin typeface="+mn-lt"/>
                <a:ea typeface="+mn-ea"/>
              </a:defRPr>
            </a:lvl6pPr>
            <a:lvl7pPr marL="2465388" indent="-225425" defTabSz="590550" fontAlgn="base">
              <a:lnSpc>
                <a:spcPct val="95000"/>
              </a:lnSpc>
              <a:spcBef>
                <a:spcPct val="20000"/>
              </a:spcBef>
              <a:spcAft>
                <a:spcPct val="0"/>
              </a:spcAft>
              <a:buClr>
                <a:srgbClr val="FFFF00"/>
              </a:buClr>
              <a:buSzPct val="70000"/>
              <a:buFont typeface="Wingdings" pitchFamily="2" charset="2"/>
              <a:buBlip>
                <a:blip r:embed="rId3"/>
              </a:buBlip>
              <a:defRPr sz="1300">
                <a:latin typeface="+mn-lt"/>
                <a:ea typeface="+mn-ea"/>
              </a:defRPr>
            </a:lvl7pPr>
            <a:lvl8pPr marL="2922588" indent="-225425" defTabSz="590550" fontAlgn="base">
              <a:lnSpc>
                <a:spcPct val="95000"/>
              </a:lnSpc>
              <a:spcBef>
                <a:spcPct val="20000"/>
              </a:spcBef>
              <a:spcAft>
                <a:spcPct val="0"/>
              </a:spcAft>
              <a:buClr>
                <a:srgbClr val="FFFF00"/>
              </a:buClr>
              <a:buSzPct val="70000"/>
              <a:buFont typeface="Wingdings" pitchFamily="2" charset="2"/>
              <a:buBlip>
                <a:blip r:embed="rId3"/>
              </a:buBlip>
              <a:defRPr sz="1300">
                <a:latin typeface="+mn-lt"/>
                <a:ea typeface="+mn-ea"/>
              </a:defRPr>
            </a:lvl8pPr>
            <a:lvl9pPr marL="3379788" indent="-225425" defTabSz="590550" fontAlgn="base">
              <a:lnSpc>
                <a:spcPct val="95000"/>
              </a:lnSpc>
              <a:spcBef>
                <a:spcPct val="20000"/>
              </a:spcBef>
              <a:spcAft>
                <a:spcPct val="0"/>
              </a:spcAft>
              <a:buClr>
                <a:srgbClr val="FFFF00"/>
              </a:buClr>
              <a:buSzPct val="70000"/>
              <a:buFont typeface="Wingdings" pitchFamily="2" charset="2"/>
              <a:buBlip>
                <a:blip r:embed="rId3"/>
              </a:buBlip>
              <a:defRPr sz="1300">
                <a:latin typeface="+mn-lt"/>
                <a:ea typeface="+mn-ea"/>
              </a:defRPr>
            </a:lvl9pPr>
          </a:lstStyle>
          <a:p>
            <a:pPr>
              <a:lnSpc>
                <a:spcPct val="100000"/>
              </a:lnSpc>
              <a:spcBef>
                <a:spcPts val="2000"/>
              </a:spcBef>
            </a:pPr>
            <a:r>
              <a:rPr lang="zh-CN" altLang="en-US" sz="2000" b="1" dirty="0">
                <a:ea typeface="黑体" panose="02010609060101010101" pitchFamily="49" charset="-122"/>
                <a:cs typeface="Arial" panose="020B0604020202020204" pitchFamily="34" charset="0"/>
              </a:rPr>
              <a:t>基本面范式变化：站在全球视角看待</a:t>
            </a:r>
            <a:r>
              <a:rPr lang="en-US" altLang="zh-CN" sz="2000" b="1" dirty="0">
                <a:ea typeface="黑体" panose="02010609060101010101" pitchFamily="49" charset="-122"/>
                <a:cs typeface="Arial" panose="020B0604020202020204" pitchFamily="34" charset="0"/>
              </a:rPr>
              <a:t>A</a:t>
            </a:r>
            <a:r>
              <a:rPr lang="zh-CN" altLang="en-US" sz="2000" b="1" dirty="0">
                <a:ea typeface="黑体" panose="02010609060101010101" pitchFamily="49" charset="-122"/>
                <a:cs typeface="Arial" panose="020B0604020202020204" pitchFamily="34" charset="0"/>
              </a:rPr>
              <a:t>股</a:t>
            </a:r>
            <a:endParaRPr lang="en-US" altLang="zh-CN" sz="2000" b="1" dirty="0">
              <a:ea typeface="黑体" panose="02010609060101010101" pitchFamily="49" charset="-122"/>
              <a:cs typeface="Arial" panose="020B0604020202020204" pitchFamily="34" charset="0"/>
            </a:endParaRPr>
          </a:p>
          <a:p>
            <a:pPr>
              <a:lnSpc>
                <a:spcPct val="100000"/>
              </a:lnSpc>
              <a:spcBef>
                <a:spcPts val="2000"/>
              </a:spcBef>
            </a:pPr>
            <a:r>
              <a:rPr lang="zh-CN" altLang="en-US" sz="2000" b="1" dirty="0">
                <a:ea typeface="黑体" panose="02010609060101010101" pitchFamily="49" charset="-122"/>
                <a:cs typeface="Arial" panose="020B0604020202020204" pitchFamily="34" charset="0"/>
              </a:rPr>
              <a:t>增量流动性的结构变化：追求稳健绝对收益的资金入市</a:t>
            </a:r>
            <a:endParaRPr lang="en-US" altLang="zh-CN" sz="2000" b="1" dirty="0">
              <a:ea typeface="黑体" panose="02010609060101010101" pitchFamily="49" charset="-122"/>
              <a:cs typeface="Arial" panose="020B0604020202020204" pitchFamily="34" charset="0"/>
            </a:endParaRPr>
          </a:p>
          <a:p>
            <a:pPr>
              <a:lnSpc>
                <a:spcPct val="100000"/>
              </a:lnSpc>
              <a:spcBef>
                <a:spcPts val="2000"/>
              </a:spcBef>
            </a:pPr>
            <a:r>
              <a:rPr lang="zh-CN" altLang="en-US" sz="2000" b="1" dirty="0">
                <a:ea typeface="黑体" panose="02010609060101010101" pitchFamily="49" charset="-122"/>
                <a:cs typeface="Arial" panose="020B0604020202020204" pitchFamily="34" charset="0"/>
              </a:rPr>
              <a:t>行业配置：制造业争夺定价权、新应用打开</a:t>
            </a:r>
            <a:r>
              <a:rPr lang="en-US" altLang="zh-CN" sz="2000" b="1" dirty="0">
                <a:ea typeface="黑体" panose="02010609060101010101" pitchFamily="49" charset="-122"/>
                <a:cs typeface="Arial" panose="020B0604020202020204" pitchFamily="34" charset="0"/>
              </a:rPr>
              <a:t>AI</a:t>
            </a:r>
            <a:r>
              <a:rPr lang="zh-CN" altLang="en-US" sz="2000" b="1" dirty="0">
                <a:ea typeface="黑体" panose="02010609060101010101" pitchFamily="49" charset="-122"/>
                <a:cs typeface="Arial" panose="020B0604020202020204" pitchFamily="34" charset="0"/>
              </a:rPr>
              <a:t>商业化空间</a:t>
            </a:r>
            <a:endParaRPr lang="en-US" altLang="zh-CN" sz="2000" b="1" dirty="0">
              <a:ea typeface="黑体" panose="02010609060101010101" pitchFamily="49" charset="-122"/>
              <a:cs typeface="Arial" panose="020B0604020202020204" pitchFamily="34" charset="0"/>
            </a:endParaRPr>
          </a:p>
          <a:p>
            <a:pPr>
              <a:lnSpc>
                <a:spcPct val="100000"/>
              </a:lnSpc>
              <a:spcBef>
                <a:spcPts val="2000"/>
              </a:spcBef>
            </a:pPr>
            <a:r>
              <a:rPr lang="zh-CN" altLang="en-US" sz="2000" b="1" dirty="0">
                <a:ea typeface="黑体" panose="02010609060101010101" pitchFamily="49" charset="-122"/>
                <a:cs typeface="Arial" panose="020B0604020202020204" pitchFamily="34" charset="0"/>
              </a:rPr>
              <a:t>结语：权益资产红利时代才刚刚开始</a:t>
            </a:r>
            <a:endParaRPr lang="en-US" altLang="zh-CN" sz="2000" b="1" dirty="0">
              <a:ea typeface="黑体" panose="02010609060101010101" pitchFamily="49" charset="-122"/>
              <a:cs typeface="Arial" panose="020B0604020202020204" pitchFamily="34" charset="0"/>
            </a:endParaRPr>
          </a:p>
          <a:p>
            <a:pPr>
              <a:lnSpc>
                <a:spcPct val="100000"/>
              </a:lnSpc>
              <a:spcBef>
                <a:spcPts val="2000"/>
              </a:spcBef>
            </a:pPr>
            <a:r>
              <a:rPr lang="zh-CN" altLang="en-US" sz="2000" b="1" dirty="0">
                <a:ea typeface="黑体" panose="02010609060101010101" pitchFamily="49" charset="-122"/>
                <a:cs typeface="Arial" panose="020B0604020202020204" pitchFamily="34" charset="0"/>
              </a:rPr>
              <a:t>核心结论</a:t>
            </a:r>
            <a:endParaRPr lang="en-US" altLang="zh-CN" sz="2000" b="1" dirty="0">
              <a:ea typeface="黑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38126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312763" y="180231"/>
            <a:ext cx="11425269" cy="813310"/>
          </a:xfrm>
          <a:prstGeom prst="rect">
            <a:avLst/>
          </a:prstGeom>
        </p:spPr>
        <p:txBody>
          <a:bodyPr/>
          <a:lstStyle>
            <a:lvl1pPr algn="l" defTabSz="995363" rtl="0" eaLnBrk="1" fontAlgn="base" hangingPunct="1">
              <a:spcBef>
                <a:spcPct val="0"/>
              </a:spcBef>
              <a:spcAft>
                <a:spcPct val="0"/>
              </a:spcAft>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zh-CN" altLang="en-US" kern="0" dirty="0"/>
              <a:t>核心观点</a:t>
            </a:r>
          </a:p>
        </p:txBody>
      </p:sp>
      <p:sp>
        <p:nvSpPr>
          <p:cNvPr id="3" name="内容占位符 2"/>
          <p:cNvSpPr txBox="1">
            <a:spLocks/>
          </p:cNvSpPr>
          <p:nvPr/>
        </p:nvSpPr>
        <p:spPr>
          <a:xfrm>
            <a:off x="431372" y="993541"/>
            <a:ext cx="12122751" cy="5591589"/>
          </a:xfrm>
          <a:prstGeom prst="rect">
            <a:avLst/>
          </a:prstGeom>
        </p:spPr>
        <p:txBody>
          <a:bodyPr/>
          <a:lstStyle>
            <a:lvl1pPr marL="385763" indent="-385763" algn="l" defTabSz="590550" rtl="0" eaLnBrk="1" fontAlgn="base" hangingPunct="1">
              <a:lnSpc>
                <a:spcPct val="95000"/>
              </a:lnSpc>
              <a:spcBef>
                <a:spcPct val="85000"/>
              </a:spcBef>
              <a:spcAft>
                <a:spcPct val="0"/>
              </a:spcAft>
              <a:buClr>
                <a:srgbClr val="000066"/>
              </a:buClr>
              <a:buFont typeface="Wingdings" panose="05000000000000000000" pitchFamily="2" charset="2"/>
              <a:buChar char="§"/>
              <a:defRPr sz="2600">
                <a:solidFill>
                  <a:srgbClr val="000066"/>
                </a:solidFill>
                <a:latin typeface="Lato" panose="020F0502020204030203" pitchFamily="34" charset="0"/>
                <a:ea typeface="Lato" panose="020F0502020204030203" pitchFamily="34" charset="0"/>
                <a:cs typeface="Lato" panose="020F0502020204030203" pitchFamily="34" charset="0"/>
              </a:defRPr>
            </a:lvl1pPr>
            <a:lvl2pPr marL="735013" indent="-347663" algn="l" defTabSz="590550" rtl="0" eaLnBrk="1" fontAlgn="base" hangingPunct="1">
              <a:lnSpc>
                <a:spcPct val="95000"/>
              </a:lnSpc>
              <a:spcBef>
                <a:spcPct val="50000"/>
              </a:spcBef>
              <a:spcAft>
                <a:spcPct val="0"/>
              </a:spcAft>
              <a:buClr>
                <a:srgbClr val="000066"/>
              </a:buClr>
              <a:buSzPct val="80000"/>
              <a:buFont typeface="Wingdings" panose="05000000000000000000" pitchFamily="2" charset="2"/>
              <a:buChar char="§"/>
              <a:defRPr sz="2200">
                <a:solidFill>
                  <a:srgbClr val="000066"/>
                </a:solidFill>
                <a:latin typeface="Lato" panose="020F0502020204030203" pitchFamily="34" charset="0"/>
                <a:ea typeface="Lato" panose="020F0502020204030203" pitchFamily="34" charset="0"/>
                <a:cs typeface="Lato" panose="020F0502020204030203" pitchFamily="34" charset="0"/>
              </a:defRPr>
            </a:lvl2pPr>
            <a:lvl3pPr marL="1063625" indent="-327025" algn="l" defTabSz="590550" rtl="0" eaLnBrk="1" fontAlgn="base" hangingPunct="1">
              <a:lnSpc>
                <a:spcPct val="95000"/>
              </a:lnSpc>
              <a:spcBef>
                <a:spcPct val="40000"/>
              </a:spcBef>
              <a:spcAft>
                <a:spcPct val="0"/>
              </a:spcAft>
              <a:buClr>
                <a:srgbClr val="000066"/>
              </a:buClr>
              <a:buSzPct val="70000"/>
              <a:buFont typeface="Wingdings" panose="05000000000000000000" pitchFamily="2" charset="2"/>
              <a:buChar char="§"/>
              <a:defRPr sz="2000">
                <a:solidFill>
                  <a:srgbClr val="000066"/>
                </a:solidFill>
                <a:latin typeface="Lato" panose="020F0502020204030203" pitchFamily="34" charset="0"/>
                <a:ea typeface="Lato" panose="020F0502020204030203" pitchFamily="34" charset="0"/>
                <a:cs typeface="Lato" panose="020F0502020204030203" pitchFamily="34" charset="0"/>
              </a:defRPr>
            </a:lvl3pPr>
            <a:lvl4pPr marL="1323975" indent="-258763" algn="l" defTabSz="590550" rtl="0" eaLnBrk="1" fontAlgn="base" hangingPunct="1">
              <a:lnSpc>
                <a:spcPct val="95000"/>
              </a:lnSpc>
              <a:spcBef>
                <a:spcPct val="30000"/>
              </a:spcBef>
              <a:spcAft>
                <a:spcPct val="0"/>
              </a:spcAft>
              <a:buClr>
                <a:srgbClr val="000066"/>
              </a:buClr>
              <a:buSzPct val="70000"/>
              <a:buFont typeface="Wingdings" panose="05000000000000000000" pitchFamily="2" charset="2"/>
              <a:buChar char="§"/>
              <a:defRPr sz="1600">
                <a:solidFill>
                  <a:srgbClr val="000066"/>
                </a:solidFill>
                <a:latin typeface="Lato" panose="020F0502020204030203" pitchFamily="34" charset="0"/>
                <a:ea typeface="Lato" panose="020F0502020204030203" pitchFamily="34" charset="0"/>
                <a:cs typeface="Lato" panose="020F0502020204030203" pitchFamily="34" charset="0"/>
              </a:defRPr>
            </a:lvl4pPr>
            <a:lvl5pPr marL="1550988" indent="-225425" algn="l" defTabSz="590550" rtl="0" eaLnBrk="1" fontAlgn="base" hangingPunct="1">
              <a:lnSpc>
                <a:spcPct val="95000"/>
              </a:lnSpc>
              <a:spcBef>
                <a:spcPct val="20000"/>
              </a:spcBef>
              <a:spcAft>
                <a:spcPct val="0"/>
              </a:spcAft>
              <a:buClr>
                <a:srgbClr val="000066"/>
              </a:buClr>
              <a:buSzPct val="70000"/>
              <a:buFont typeface="Wingdings" panose="05000000000000000000" pitchFamily="2" charset="2"/>
              <a:buChar char="§"/>
              <a:defRPr sz="1300">
                <a:solidFill>
                  <a:srgbClr val="000066"/>
                </a:solidFill>
                <a:latin typeface="Lato" panose="020F0502020204030203" pitchFamily="34" charset="0"/>
                <a:ea typeface="Lato" panose="020F0502020204030203" pitchFamily="34" charset="0"/>
                <a:cs typeface="Lato" panose="020F0502020204030203" pitchFamily="34" charset="0"/>
              </a:defRPr>
            </a:lvl5pPr>
            <a:lvl6pPr marL="20081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6pPr>
            <a:lvl7pPr marL="24653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7pPr>
            <a:lvl8pPr marL="29225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8pPr>
            <a:lvl9pPr marL="33797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9pPr>
          </a:lstStyle>
          <a:p>
            <a:pPr lvl="1" eaLnBrk="0" hangingPunct="0">
              <a:lnSpc>
                <a:spcPct val="140000"/>
              </a:lnSpc>
              <a:spcAft>
                <a:spcPts val="0"/>
              </a:spcAft>
              <a:buClr>
                <a:srgbClr val="C00000"/>
              </a:buClr>
              <a:buSzPct val="140000"/>
              <a:defRPr/>
            </a:pPr>
            <a:endParaRPr lang="zh-CN" altLang="en-US" b="0" kern="0" dirty="0">
              <a:ea typeface="黑体" panose="02010609060101010101" pitchFamily="49" charset="-122"/>
            </a:endParaRPr>
          </a:p>
        </p:txBody>
      </p:sp>
      <p:sp>
        <p:nvSpPr>
          <p:cNvPr id="4" name="文本占位符 4">
            <a:extLst>
              <a:ext uri="{FF2B5EF4-FFF2-40B4-BE49-F238E27FC236}">
                <a16:creationId xmlns:a16="http://schemas.microsoft.com/office/drawing/2014/main" id="{97C0387B-735D-0F55-BCFE-5A143E73F530}"/>
              </a:ext>
            </a:extLst>
          </p:cNvPr>
          <p:cNvSpPr txBox="1">
            <a:spLocks/>
          </p:cNvSpPr>
          <p:nvPr/>
        </p:nvSpPr>
        <p:spPr>
          <a:xfrm>
            <a:off x="394008" y="1188343"/>
            <a:ext cx="12664767" cy="2957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marL="385763" indent="-385763" defTabSz="590550" eaLnBrk="1" hangingPunct="1">
              <a:lnSpc>
                <a:spcPct val="95000"/>
              </a:lnSpc>
              <a:spcBef>
                <a:spcPct val="85000"/>
              </a:spcBef>
              <a:buClr>
                <a:srgbClr val="D7000F"/>
              </a:buClr>
              <a:buSzPct val="100000"/>
              <a:buFont typeface="Wingdings 2" panose="05020102010507070707" pitchFamily="18" charset="2"/>
              <a:buChar char=""/>
              <a:defRPr sz="2600" b="0" kern="0">
                <a:latin typeface="Lato" panose="020F0502020204030203" pitchFamily="34" charset="0"/>
                <a:ea typeface="Lato" panose="020F0502020204030203" pitchFamily="34" charset="0"/>
                <a:cs typeface="Lato" panose="020F0502020204030203" pitchFamily="34" charset="0"/>
              </a:defRPr>
            </a:lvl1pPr>
            <a:lvl2pPr marL="735013" indent="-347663" defTabSz="590550" eaLnBrk="1" hangingPunct="1">
              <a:lnSpc>
                <a:spcPct val="95000"/>
              </a:lnSpc>
              <a:spcBef>
                <a:spcPct val="50000"/>
              </a:spcBef>
              <a:buClr>
                <a:srgbClr val="D7000F"/>
              </a:buClr>
              <a:buSzPct val="80000"/>
              <a:buFont typeface="Wingdings 2" panose="05020102010507070707" pitchFamily="18" charset="2"/>
              <a:buChar char="¡"/>
              <a:defRPr sz="2200">
                <a:latin typeface="Lato" panose="020F0502020204030203" pitchFamily="34" charset="0"/>
                <a:ea typeface="Lato" panose="020F0502020204030203" pitchFamily="34" charset="0"/>
                <a:cs typeface="Lato" panose="020F0502020204030203" pitchFamily="34" charset="0"/>
              </a:defRPr>
            </a:lvl2pPr>
            <a:lvl3pPr marL="1063625" indent="-327025" defTabSz="590550" eaLnBrk="1" hangingPunct="1">
              <a:lnSpc>
                <a:spcPct val="95000"/>
              </a:lnSpc>
              <a:spcBef>
                <a:spcPct val="40000"/>
              </a:spcBef>
              <a:buClr>
                <a:srgbClr val="D7000F"/>
              </a:buClr>
              <a:buSzPct val="70000"/>
              <a:buFont typeface="Wingdings 2" panose="05020102010507070707" pitchFamily="18" charset="2"/>
              <a:buChar char="¡"/>
              <a:defRPr sz="2000">
                <a:latin typeface="Lato" panose="020F0502020204030203" pitchFamily="34" charset="0"/>
                <a:ea typeface="Lato" panose="020F0502020204030203" pitchFamily="34" charset="0"/>
                <a:cs typeface="Lato" panose="020F0502020204030203" pitchFamily="34" charset="0"/>
              </a:defRPr>
            </a:lvl3pPr>
            <a:lvl4pPr marL="1323975" indent="-258763" defTabSz="590550" eaLnBrk="1" hangingPunct="1">
              <a:lnSpc>
                <a:spcPct val="95000"/>
              </a:lnSpc>
              <a:spcBef>
                <a:spcPct val="30000"/>
              </a:spcBef>
              <a:buClr>
                <a:srgbClr val="D7000F"/>
              </a:buClr>
              <a:buSzPct val="70000"/>
              <a:buFont typeface="Wingdings 2" panose="05020102010507070707" pitchFamily="18" charset="2"/>
              <a:buChar char="¡"/>
              <a:defRPr sz="1600">
                <a:latin typeface="Lato" panose="020F0502020204030203" pitchFamily="34" charset="0"/>
                <a:ea typeface="Lato" panose="020F0502020204030203" pitchFamily="34" charset="0"/>
                <a:cs typeface="Lato" panose="020F0502020204030203" pitchFamily="34" charset="0"/>
              </a:defRPr>
            </a:lvl4pPr>
            <a:lvl5pPr marL="1550988" indent="-225425" defTabSz="590550" eaLnBrk="1" hangingPunct="1">
              <a:lnSpc>
                <a:spcPct val="95000"/>
              </a:lnSpc>
              <a:spcBef>
                <a:spcPct val="20000"/>
              </a:spcBef>
              <a:buClr>
                <a:srgbClr val="D7000F"/>
              </a:buClr>
              <a:buSzPct val="70000"/>
              <a:buFont typeface="Wingdings 2" panose="05020102010507070707" pitchFamily="18" charset="2"/>
              <a:buChar char="¡"/>
              <a:defRPr sz="1300">
                <a:latin typeface="Lato" panose="020F0502020204030203" pitchFamily="34" charset="0"/>
                <a:ea typeface="Lato" panose="020F0502020204030203" pitchFamily="34" charset="0"/>
                <a:cs typeface="Lato" panose="020F0502020204030203" pitchFamily="34" charset="0"/>
              </a:defRPr>
            </a:lvl5pPr>
            <a:lvl6pPr marL="20081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6pPr>
            <a:lvl7pPr marL="24653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7pPr>
            <a:lvl8pPr marL="29225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8pPr>
            <a:lvl9pPr marL="33797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9pPr>
          </a:lstStyle>
          <a:p>
            <a:pPr>
              <a:lnSpc>
                <a:spcPct val="100000"/>
              </a:lnSpc>
              <a:spcBef>
                <a:spcPts val="2000"/>
              </a:spcBef>
            </a:pPr>
            <a:r>
              <a:rPr lang="zh-CN" altLang="en-US" sz="2000" b="1" dirty="0">
                <a:ea typeface="黑体" panose="02010609060101010101" pitchFamily="49" charset="-122"/>
                <a:cs typeface="Arial" panose="020B0604020202020204" pitchFamily="34" charset="0"/>
              </a:rPr>
              <a:t>行业介绍：</a:t>
            </a:r>
            <a:r>
              <a:rPr lang="en-US" altLang="zh-CN" sz="2000" b="1" dirty="0">
                <a:ea typeface="黑体" panose="02010609060101010101" pitchFamily="49" charset="-122"/>
                <a:cs typeface="Arial" panose="020B0604020202020204" pitchFamily="34" charset="0"/>
              </a:rPr>
              <a:t>XXXXXX</a:t>
            </a:r>
          </a:p>
          <a:p>
            <a:pPr>
              <a:lnSpc>
                <a:spcPct val="100000"/>
              </a:lnSpc>
              <a:spcBef>
                <a:spcPts val="2000"/>
              </a:spcBef>
            </a:pPr>
            <a:r>
              <a:rPr lang="zh-CN" altLang="en-US" sz="2000" b="1" dirty="0">
                <a:ea typeface="黑体" panose="02010609060101010101" pitchFamily="49" charset="-122"/>
                <a:cs typeface="Arial" panose="020B0604020202020204" pitchFamily="34" charset="0"/>
              </a:rPr>
              <a:t>技术路线：</a:t>
            </a:r>
            <a:r>
              <a:rPr lang="en-US" altLang="zh-CN" sz="2000" b="1" dirty="0">
                <a:ea typeface="黑体" panose="02010609060101010101" pitchFamily="49" charset="-122"/>
                <a:cs typeface="Arial" panose="020B0604020202020204" pitchFamily="34" charset="0"/>
              </a:rPr>
              <a:t>XXXXXX</a:t>
            </a:r>
          </a:p>
          <a:p>
            <a:pPr lvl="1">
              <a:lnSpc>
                <a:spcPct val="100000"/>
              </a:lnSpc>
              <a:spcBef>
                <a:spcPts val="2000"/>
              </a:spcBef>
            </a:pPr>
            <a:r>
              <a:rPr lang="en-US" altLang="zh-CN" sz="1600" b="1" dirty="0">
                <a:ea typeface="黑体" panose="02010609060101010101" pitchFamily="49" charset="-122"/>
                <a:cs typeface="Arial" panose="020B0604020202020204" pitchFamily="34" charset="0"/>
              </a:rPr>
              <a:t>XXXXXX</a:t>
            </a:r>
          </a:p>
          <a:p>
            <a:pPr lvl="1">
              <a:lnSpc>
                <a:spcPct val="100000"/>
              </a:lnSpc>
              <a:spcBef>
                <a:spcPts val="2000"/>
              </a:spcBef>
            </a:pPr>
            <a:r>
              <a:rPr lang="en-US" altLang="zh-CN" sz="1600" b="1" dirty="0">
                <a:ea typeface="黑体" panose="02010609060101010101" pitchFamily="49" charset="-122"/>
                <a:cs typeface="Arial" panose="020B0604020202020204" pitchFamily="34" charset="0"/>
              </a:rPr>
              <a:t>XXXXXX</a:t>
            </a:r>
          </a:p>
          <a:p>
            <a:pPr>
              <a:lnSpc>
                <a:spcPct val="100000"/>
              </a:lnSpc>
              <a:spcBef>
                <a:spcPts val="2000"/>
              </a:spcBef>
            </a:pPr>
            <a:r>
              <a:rPr lang="zh-CN" altLang="en-US" sz="2000" b="1" dirty="0">
                <a:ea typeface="黑体" panose="02010609060101010101" pitchFamily="49" charset="-122"/>
                <a:cs typeface="Arial" panose="020B0604020202020204" pitchFamily="34" charset="0"/>
              </a:rPr>
              <a:t>空间测算：</a:t>
            </a:r>
            <a:r>
              <a:rPr lang="en-US" altLang="zh-CN" sz="2000" b="1" dirty="0">
                <a:ea typeface="黑体" panose="02010609060101010101" pitchFamily="49" charset="-122"/>
                <a:cs typeface="Arial" panose="020B0604020202020204" pitchFamily="34" charset="0"/>
              </a:rPr>
              <a:t>XXXXXX</a:t>
            </a:r>
          </a:p>
          <a:p>
            <a:pPr lvl="1">
              <a:lnSpc>
                <a:spcPct val="100000"/>
              </a:lnSpc>
              <a:spcBef>
                <a:spcPts val="2000"/>
              </a:spcBef>
            </a:pPr>
            <a:r>
              <a:rPr lang="en-US" altLang="zh-CN" sz="1600" b="1" dirty="0">
                <a:ea typeface="黑体" panose="02010609060101010101" pitchFamily="49" charset="-122"/>
                <a:cs typeface="Arial" panose="020B0604020202020204" pitchFamily="34" charset="0"/>
              </a:rPr>
              <a:t>XXXXXX</a:t>
            </a:r>
          </a:p>
          <a:p>
            <a:pPr lvl="1">
              <a:lnSpc>
                <a:spcPct val="100000"/>
              </a:lnSpc>
              <a:spcBef>
                <a:spcPts val="2000"/>
              </a:spcBef>
            </a:pPr>
            <a:r>
              <a:rPr lang="en-US" altLang="zh-CN" sz="1600" b="1" dirty="0">
                <a:ea typeface="黑体" panose="02010609060101010101" pitchFamily="49" charset="-122"/>
                <a:cs typeface="Arial" panose="020B0604020202020204" pitchFamily="34" charset="0"/>
              </a:rPr>
              <a:t>XXXXXX</a:t>
            </a:r>
          </a:p>
          <a:p>
            <a:pPr>
              <a:lnSpc>
                <a:spcPct val="100000"/>
              </a:lnSpc>
              <a:spcBef>
                <a:spcPts val="2000"/>
              </a:spcBef>
            </a:pPr>
            <a:r>
              <a:rPr lang="zh-CN" altLang="en-US" sz="2000" b="1" dirty="0">
                <a:ea typeface="黑体" panose="02010609060101010101" pitchFamily="49" charset="-122"/>
                <a:cs typeface="Arial" panose="020B0604020202020204" pitchFamily="34" charset="0"/>
              </a:rPr>
              <a:t>投资建议</a:t>
            </a:r>
          </a:p>
          <a:p>
            <a:pPr lvl="1">
              <a:lnSpc>
                <a:spcPct val="100000"/>
              </a:lnSpc>
              <a:spcBef>
                <a:spcPts val="2000"/>
              </a:spcBef>
            </a:pPr>
            <a:r>
              <a:rPr lang="en-US" altLang="zh-CN" sz="1600" b="1" dirty="0">
                <a:ea typeface="黑体" panose="02010609060101010101" pitchFamily="49" charset="-122"/>
                <a:cs typeface="Arial" panose="020B0604020202020204" pitchFamily="34" charset="0"/>
              </a:rPr>
              <a:t>XXXXXX</a:t>
            </a:r>
          </a:p>
          <a:p>
            <a:pPr lvl="1">
              <a:lnSpc>
                <a:spcPct val="100000"/>
              </a:lnSpc>
              <a:spcBef>
                <a:spcPts val="2000"/>
              </a:spcBef>
            </a:pPr>
            <a:r>
              <a:rPr lang="en-US" altLang="zh-CN" sz="1600" b="1" dirty="0">
                <a:ea typeface="黑体" panose="02010609060101010101" pitchFamily="49" charset="-122"/>
                <a:cs typeface="Arial" panose="020B0604020202020204" pitchFamily="34" charset="0"/>
              </a:rPr>
              <a:t>XXXXXX</a:t>
            </a:r>
          </a:p>
          <a:p>
            <a:pPr>
              <a:lnSpc>
                <a:spcPct val="100000"/>
              </a:lnSpc>
              <a:spcBef>
                <a:spcPts val="2000"/>
              </a:spcBef>
            </a:pPr>
            <a:r>
              <a:rPr lang="zh-CN" altLang="en-US" sz="2000" b="1" dirty="0">
                <a:ea typeface="黑体" panose="02010609060101010101" pitchFamily="49" charset="-122"/>
                <a:cs typeface="Arial" panose="020B0604020202020204" pitchFamily="34" charset="0"/>
              </a:rPr>
              <a:t>风险因素：</a:t>
            </a:r>
            <a:r>
              <a:rPr lang="en-US" altLang="zh-CN" sz="2000" b="1" dirty="0">
                <a:ea typeface="黑体" panose="02010609060101010101" pitchFamily="49" charset="-122"/>
                <a:cs typeface="Arial" panose="020B0604020202020204" pitchFamily="34" charset="0"/>
              </a:rPr>
              <a:t>XXXXXX</a:t>
            </a:r>
          </a:p>
        </p:txBody>
      </p:sp>
    </p:spTree>
    <p:extLst>
      <p:ext uri="{BB962C8B-B14F-4D97-AF65-F5344CB8AC3E}">
        <p14:creationId xmlns:p14="http://schemas.microsoft.com/office/powerpoint/2010/main" val="1318835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D3FAD-4877-32AF-5DEB-AC22B3E5236A}"/>
            </a:ext>
          </a:extLst>
        </p:cNvPr>
        <p:cNvGrpSpPr/>
        <p:nvPr/>
      </p:nvGrpSpPr>
      <p:grpSpPr>
        <a:xfrm>
          <a:off x="0" y="0"/>
          <a:ext cx="0" cy="0"/>
          <a:chOff x="0" y="0"/>
          <a:chExt cx="0" cy="0"/>
        </a:xfrm>
      </p:grpSpPr>
      <p:pic>
        <p:nvPicPr>
          <p:cNvPr id="3" name="图片 7" descr="背景图案&#10;&#10;描述已自动生成">
            <a:extLst>
              <a:ext uri="{FF2B5EF4-FFF2-40B4-BE49-F238E27FC236}">
                <a16:creationId xmlns:a16="http://schemas.microsoft.com/office/drawing/2014/main" id="{5F7284A4-5CB4-0024-7282-2118E0ABBD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62163" y="6228903"/>
            <a:ext cx="3274752" cy="1333894"/>
          </a:xfrm>
          <a:prstGeom prst="rect">
            <a:avLst/>
          </a:prstGeom>
        </p:spPr>
      </p:pic>
      <p:cxnSp>
        <p:nvCxnSpPr>
          <p:cNvPr id="7" name="直接连接符 6">
            <a:extLst>
              <a:ext uri="{FF2B5EF4-FFF2-40B4-BE49-F238E27FC236}">
                <a16:creationId xmlns:a16="http://schemas.microsoft.com/office/drawing/2014/main" id="{2E2B2018-C44A-CBF1-2508-1868A03C5DAC}"/>
              </a:ext>
            </a:extLst>
          </p:cNvPr>
          <p:cNvCxnSpPr/>
          <p:nvPr/>
        </p:nvCxnSpPr>
        <p:spPr bwMode="auto">
          <a:xfrm>
            <a:off x="3517119" y="2301536"/>
            <a:ext cx="6408712" cy="0"/>
          </a:xfrm>
          <a:prstGeom prst="line">
            <a:avLst/>
          </a:prstGeom>
          <a:solidFill>
            <a:schemeClr val="accent1"/>
          </a:solidFill>
          <a:ln w="9525" cap="flat" cmpd="sng" algn="ctr">
            <a:solidFill>
              <a:srgbClr val="D7000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文本占位符 7">
            <a:extLst>
              <a:ext uri="{FF2B5EF4-FFF2-40B4-BE49-F238E27FC236}">
                <a16:creationId xmlns:a16="http://schemas.microsoft.com/office/drawing/2014/main" id="{E58A5A48-58FA-3213-2E13-4DCABBB8072F}"/>
              </a:ext>
            </a:extLst>
          </p:cNvPr>
          <p:cNvSpPr>
            <a:spLocks noGrp="1"/>
          </p:cNvSpPr>
          <p:nvPr>
            <p:ph type="body" sz="quarter" idx="10"/>
          </p:nvPr>
        </p:nvSpPr>
        <p:spPr/>
        <p:txBody>
          <a:bodyPr/>
          <a:lstStyle/>
          <a:p>
            <a:r>
              <a:rPr lang="en-US" altLang="zh-CN" dirty="0"/>
              <a:t>x. </a:t>
            </a:r>
            <a:r>
              <a:rPr lang="zh-CN" altLang="en-US" dirty="0"/>
              <a:t>分章节标题（如有）</a:t>
            </a:r>
          </a:p>
          <a:p>
            <a:pPr lvl="1"/>
            <a:r>
              <a:rPr lang="en-US" altLang="zh-CN" dirty="0"/>
              <a:t>x.1 </a:t>
            </a:r>
            <a:r>
              <a:rPr lang="zh-CN" altLang="en-US" dirty="0"/>
              <a:t>节标题</a:t>
            </a:r>
            <a:endParaRPr lang="en-US" altLang="zh-CN" dirty="0"/>
          </a:p>
          <a:p>
            <a:pPr lvl="1"/>
            <a:r>
              <a:rPr lang="en-US" altLang="zh-CN" dirty="0"/>
              <a:t>x.2 </a:t>
            </a:r>
            <a:r>
              <a:rPr lang="zh-CN" altLang="en-US" dirty="0"/>
              <a:t>节标题</a:t>
            </a:r>
            <a:endParaRPr lang="en-US" altLang="zh-CN" dirty="0"/>
          </a:p>
          <a:p>
            <a:pPr lvl="1"/>
            <a:r>
              <a:rPr lang="en-US" altLang="zh-CN" dirty="0"/>
              <a:t>x.3 </a:t>
            </a:r>
            <a:r>
              <a:rPr lang="zh-CN" altLang="en-US" dirty="0"/>
              <a:t>节标题</a:t>
            </a:r>
          </a:p>
          <a:p>
            <a:endParaRPr lang="en-US" altLang="zh-CN" dirty="0"/>
          </a:p>
          <a:p>
            <a:pPr lvl="1"/>
            <a:endParaRPr lang="zh-CN" altLang="en-US" dirty="0"/>
          </a:p>
        </p:txBody>
      </p:sp>
    </p:spTree>
    <p:extLst>
      <p:ext uri="{BB962C8B-B14F-4D97-AF65-F5344CB8AC3E}">
        <p14:creationId xmlns:p14="http://schemas.microsoft.com/office/powerpoint/2010/main" val="1038333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1941002" y="7135306"/>
            <a:ext cx="6414583"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资料来源：中信证券研究部预测</a:t>
            </a:r>
          </a:p>
        </p:txBody>
      </p:sp>
      <p:sp>
        <p:nvSpPr>
          <p:cNvPr id="4" name="Title 1">
            <a:extLst>
              <a:ext uri="{FF2B5EF4-FFF2-40B4-BE49-F238E27FC236}">
                <a16:creationId xmlns:a16="http://schemas.microsoft.com/office/drawing/2014/main" id="{68CFEC60-DB4B-E26A-6940-370491249016}"/>
              </a:ext>
            </a:extLst>
          </p:cNvPr>
          <p:cNvSpPr>
            <a:spLocks noGrp="1"/>
          </p:cNvSpPr>
          <p:nvPr>
            <p:ph type="title"/>
          </p:nvPr>
        </p:nvSpPr>
        <p:spPr>
          <a:xfrm>
            <a:off x="384175" y="25744"/>
            <a:ext cx="12097940" cy="87456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r>
              <a:rPr lang="zh-CN" altLang="en-US" sz="3000" b="1" dirty="0">
                <a:latin typeface="Lato" panose="020F0502020204030203" pitchFamily="34" charset="0"/>
                <a:ea typeface="黑体" panose="02010609060101010101" pitchFamily="49" charset="-122"/>
              </a:rPr>
              <a:t>中美格局对行情节奏、流畅度、估值空间的影响比以往更大</a:t>
            </a:r>
            <a:endParaRPr lang="en-GB" sz="3000" b="1" dirty="0">
              <a:latin typeface="Lato" panose="020F0502020204030203" pitchFamily="34" charset="0"/>
              <a:ea typeface="黑体" panose="02010609060101010101" pitchFamily="49" charset="-122"/>
            </a:endParaRPr>
          </a:p>
        </p:txBody>
      </p:sp>
      <p:sp>
        <p:nvSpPr>
          <p:cNvPr id="7" name="单圆角矩形 3">
            <a:extLst>
              <a:ext uri="{FF2B5EF4-FFF2-40B4-BE49-F238E27FC236}">
                <a16:creationId xmlns:a16="http://schemas.microsoft.com/office/drawing/2014/main" id="{22D5702B-6020-437E-CFAE-C8DA7947D435}"/>
              </a:ext>
            </a:extLst>
          </p:cNvPr>
          <p:cNvSpPr/>
          <p:nvPr/>
        </p:nvSpPr>
        <p:spPr>
          <a:xfrm>
            <a:off x="1799653" y="3422749"/>
            <a:ext cx="9843645" cy="266824"/>
          </a:xfrm>
          <a:prstGeom prst="round1Rect">
            <a:avLst>
              <a:gd name="adj" fmla="val 50000"/>
            </a:avLst>
          </a:prstGeom>
          <a:solidFill>
            <a:srgbClr val="356BA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gn="ctr"/>
            <a:r>
              <a:rPr lang="en-US" altLang="zh-CN" sz="1500" spc="20" dirty="0">
                <a:solidFill>
                  <a:schemeClr val="bg1"/>
                </a:solidFill>
                <a:latin typeface="Lato" panose="020F0502020204030203" pitchFamily="34" charset="0"/>
                <a:ea typeface="黑体" panose="02010609060101010101" pitchFamily="49" charset="-122"/>
                <a:cs typeface="Arial" panose="020B0604020202020204" pitchFamily="34" charset="0"/>
              </a:rPr>
              <a:t>2026</a:t>
            </a:r>
            <a:r>
              <a:rPr lang="zh-CN" altLang="en-US" sz="1500" spc="20" dirty="0">
                <a:solidFill>
                  <a:schemeClr val="bg1"/>
                </a:solidFill>
                <a:latin typeface="Lato" panose="020F0502020204030203" pitchFamily="34" charset="0"/>
                <a:ea typeface="黑体" panose="02010609060101010101" pitchFamily="49" charset="-122"/>
                <a:cs typeface="Arial" panose="020B0604020202020204" pitchFamily="34" charset="0"/>
              </a:rPr>
              <a:t>年可能影响中美关系的事件梳理，两个节点或将行情划分为三段</a:t>
            </a:r>
          </a:p>
        </p:txBody>
      </p:sp>
      <p:sp>
        <p:nvSpPr>
          <p:cNvPr id="10" name="内容占位符 5">
            <a:extLst>
              <a:ext uri="{FF2B5EF4-FFF2-40B4-BE49-F238E27FC236}">
                <a16:creationId xmlns:a16="http://schemas.microsoft.com/office/drawing/2014/main" id="{B80F58AE-C074-BF48-8635-52CC14C8AE52}"/>
              </a:ext>
            </a:extLst>
          </p:cNvPr>
          <p:cNvSpPr txBox="1">
            <a:spLocks/>
          </p:cNvSpPr>
          <p:nvPr/>
        </p:nvSpPr>
        <p:spPr>
          <a:xfrm>
            <a:off x="360172" y="1208950"/>
            <a:ext cx="12698007" cy="2049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marL="385763" indent="-385763" defTabSz="590550" eaLnBrk="1" hangingPunct="1">
              <a:lnSpc>
                <a:spcPct val="95000"/>
              </a:lnSpc>
              <a:spcBef>
                <a:spcPct val="85000"/>
              </a:spcBef>
              <a:buClr>
                <a:srgbClr val="D7000F"/>
              </a:buClr>
              <a:buSzPct val="100000"/>
              <a:buFont typeface="Wingdings 2" panose="05020102010507070707" pitchFamily="18" charset="2"/>
              <a:buChar char=""/>
              <a:defRPr sz="2000" b="0" kern="0">
                <a:latin typeface="楷体" panose="02010609060101010101" pitchFamily="49" charset="-122"/>
                <a:ea typeface="楷体" panose="02010609060101010101" pitchFamily="49" charset="-122"/>
                <a:cs typeface="Lato" panose="020F0502020204030203" pitchFamily="34" charset="0"/>
              </a:defRPr>
            </a:lvl1pPr>
            <a:lvl2pPr marL="735013" indent="-347663" defTabSz="590550" eaLnBrk="1" hangingPunct="1">
              <a:lnSpc>
                <a:spcPct val="95000"/>
              </a:lnSpc>
              <a:spcBef>
                <a:spcPct val="50000"/>
              </a:spcBef>
              <a:buClr>
                <a:srgbClr val="D7000F"/>
              </a:buClr>
              <a:buSzPct val="80000"/>
              <a:buFont typeface="Wingdings 2" panose="05020102010507070707" pitchFamily="18" charset="2"/>
              <a:buChar char="¡"/>
              <a:defRPr sz="2200">
                <a:latin typeface="Lato" panose="020F0502020204030203" pitchFamily="34" charset="0"/>
                <a:ea typeface="Lato" panose="020F0502020204030203" pitchFamily="34" charset="0"/>
                <a:cs typeface="Lato" panose="020F0502020204030203" pitchFamily="34" charset="0"/>
              </a:defRPr>
            </a:lvl2pPr>
            <a:lvl3pPr marL="1063625" indent="-327025" defTabSz="590550" eaLnBrk="1" hangingPunct="1">
              <a:lnSpc>
                <a:spcPct val="95000"/>
              </a:lnSpc>
              <a:spcBef>
                <a:spcPct val="40000"/>
              </a:spcBef>
              <a:buClr>
                <a:srgbClr val="D7000F"/>
              </a:buClr>
              <a:buSzPct val="70000"/>
              <a:buFont typeface="Wingdings 2" panose="05020102010507070707" pitchFamily="18" charset="2"/>
              <a:buChar char="¡"/>
              <a:defRPr sz="2000">
                <a:latin typeface="Lato" panose="020F0502020204030203" pitchFamily="34" charset="0"/>
                <a:ea typeface="Lato" panose="020F0502020204030203" pitchFamily="34" charset="0"/>
                <a:cs typeface="Lato" panose="020F0502020204030203" pitchFamily="34" charset="0"/>
              </a:defRPr>
            </a:lvl3pPr>
            <a:lvl4pPr marL="1323975" indent="-258763" defTabSz="590550" eaLnBrk="1" hangingPunct="1">
              <a:lnSpc>
                <a:spcPct val="95000"/>
              </a:lnSpc>
              <a:spcBef>
                <a:spcPct val="30000"/>
              </a:spcBef>
              <a:buClr>
                <a:srgbClr val="D7000F"/>
              </a:buClr>
              <a:buSzPct val="70000"/>
              <a:buFont typeface="Wingdings 2" panose="05020102010507070707" pitchFamily="18" charset="2"/>
              <a:buChar char="¡"/>
              <a:defRPr sz="1600">
                <a:latin typeface="Lato" panose="020F0502020204030203" pitchFamily="34" charset="0"/>
                <a:ea typeface="Lato" panose="020F0502020204030203" pitchFamily="34" charset="0"/>
                <a:cs typeface="Lato" panose="020F0502020204030203" pitchFamily="34" charset="0"/>
              </a:defRPr>
            </a:lvl4pPr>
            <a:lvl5pPr marL="1550988" indent="-225425" defTabSz="590550" eaLnBrk="1" hangingPunct="1">
              <a:lnSpc>
                <a:spcPct val="95000"/>
              </a:lnSpc>
              <a:spcBef>
                <a:spcPct val="20000"/>
              </a:spcBef>
              <a:buClr>
                <a:srgbClr val="D7000F"/>
              </a:buClr>
              <a:buSzPct val="70000"/>
              <a:buFont typeface="Wingdings 2" panose="05020102010507070707" pitchFamily="18" charset="2"/>
              <a:buChar char="¡"/>
              <a:defRPr sz="1300">
                <a:latin typeface="Lato" panose="020F0502020204030203" pitchFamily="34" charset="0"/>
                <a:ea typeface="Lato" panose="020F0502020204030203" pitchFamily="34" charset="0"/>
                <a:cs typeface="Lato" panose="020F0502020204030203" pitchFamily="34" charset="0"/>
              </a:defRPr>
            </a:lvl5pPr>
            <a:lvl6pPr marL="20081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6pPr>
            <a:lvl7pPr marL="24653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7pPr>
            <a:lvl8pPr marL="29225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8pPr>
            <a:lvl9pPr marL="33797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9pPr>
          </a:lstStyle>
          <a:p>
            <a:pPr>
              <a:lnSpc>
                <a:spcPct val="80000"/>
              </a:lnSpc>
              <a:spcBef>
                <a:spcPts val="200"/>
              </a:spcBef>
            </a:pPr>
            <a:r>
              <a:rPr lang="en-US" altLang="zh-CN" b="1" dirty="0">
                <a:latin typeface="Lato" panose="020F0502020204030203" pitchFamily="34" charset="0"/>
                <a:ea typeface="黑体" panose="02010609060101010101" pitchFamily="49" charset="-122"/>
                <a:cs typeface="Arial" panose="020B0604020202020204" pitchFamily="34" charset="0"/>
              </a:rPr>
              <a:t>2026</a:t>
            </a:r>
            <a:r>
              <a:rPr lang="zh-CN" altLang="en-US" b="1" dirty="0">
                <a:latin typeface="Lato" panose="020F0502020204030203" pitchFamily="34" charset="0"/>
                <a:ea typeface="黑体" panose="02010609060101010101" pitchFamily="49" charset="-122"/>
                <a:cs typeface="Arial" panose="020B0604020202020204" pitchFamily="34" charset="0"/>
              </a:rPr>
              <a:t>年影响中美格局的关键节点有两个（中美经贸协议落地、美国中期选举落定），或将行情分成三个阶段：</a:t>
            </a:r>
            <a:endParaRPr lang="en-US" altLang="zh-CN" b="1" dirty="0">
              <a:latin typeface="Lato" panose="020F0502020204030203" pitchFamily="34" charset="0"/>
              <a:ea typeface="黑体" panose="02010609060101010101" pitchFamily="49" charset="-122"/>
              <a:cs typeface="Arial" panose="020B0604020202020204" pitchFamily="34" charset="0"/>
            </a:endParaRPr>
          </a:p>
          <a:p>
            <a:pPr lvl="1">
              <a:lnSpc>
                <a:spcPct val="100000"/>
              </a:lnSpc>
              <a:spcBef>
                <a:spcPts val="1000"/>
              </a:spcBef>
            </a:pPr>
            <a:r>
              <a:rPr lang="zh-CN" altLang="en-US" sz="1800" dirty="0">
                <a:ea typeface="黑体" panose="02010609060101010101" pitchFamily="49" charset="-122"/>
                <a:cs typeface="Arial" panose="020B0604020202020204" pitchFamily="34" charset="0"/>
              </a:rPr>
              <a:t>第一阶段（当前到中美协议落地前）：</a:t>
            </a:r>
            <a:r>
              <a:rPr lang="zh-CN" altLang="en-US" sz="1800" b="0" dirty="0">
                <a:ea typeface="黑体" panose="02010609060101010101" pitchFamily="49" charset="-122"/>
                <a:cs typeface="Arial" panose="020B0604020202020204" pitchFamily="34" charset="0"/>
              </a:rPr>
              <a:t>摩擦频率可能提高但冲突烈度有限，投资者兑现收益心态为主，市场的上涨斜率放缓；</a:t>
            </a:r>
            <a:endParaRPr lang="en-US" altLang="zh-CN" sz="1800" b="0" dirty="0">
              <a:ea typeface="黑体" panose="02010609060101010101" pitchFamily="49" charset="-122"/>
              <a:cs typeface="Arial" panose="020B0604020202020204" pitchFamily="34" charset="0"/>
            </a:endParaRPr>
          </a:p>
          <a:p>
            <a:pPr lvl="1">
              <a:lnSpc>
                <a:spcPct val="100000"/>
              </a:lnSpc>
              <a:spcBef>
                <a:spcPts val="1000"/>
              </a:spcBef>
            </a:pPr>
            <a:r>
              <a:rPr lang="zh-CN" altLang="en-US" sz="1800" dirty="0">
                <a:ea typeface="黑体" panose="02010609060101010101" pitchFamily="49" charset="-122"/>
                <a:cs typeface="Arial" panose="020B0604020202020204" pitchFamily="34" charset="0"/>
              </a:rPr>
              <a:t>第二阶段（协议落地到美国中期选举结束）：</a:t>
            </a:r>
            <a:r>
              <a:rPr lang="en-US" altLang="zh-CN" sz="1800" b="0" dirty="0">
                <a:ea typeface="黑体" panose="02010609060101010101" pitchFamily="49" charset="-122"/>
                <a:cs typeface="Arial" panose="020B0604020202020204" pitchFamily="34" charset="0"/>
              </a:rPr>
              <a:t>A</a:t>
            </a:r>
            <a:r>
              <a:rPr lang="zh-CN" altLang="en-US" sz="1800" b="0" dirty="0">
                <a:ea typeface="黑体" panose="02010609060101010101" pitchFamily="49" charset="-122"/>
                <a:cs typeface="Arial" panose="020B0604020202020204" pitchFamily="34" charset="0"/>
              </a:rPr>
              <a:t>股行情有望在稳定的外部环境下迎来持续上涨；</a:t>
            </a:r>
            <a:endParaRPr lang="en-US" altLang="zh-CN" sz="1800" b="0" dirty="0">
              <a:ea typeface="黑体" panose="02010609060101010101" pitchFamily="49" charset="-122"/>
              <a:cs typeface="Arial" panose="020B0604020202020204" pitchFamily="34" charset="0"/>
            </a:endParaRPr>
          </a:p>
          <a:p>
            <a:pPr lvl="1">
              <a:lnSpc>
                <a:spcPct val="100000"/>
              </a:lnSpc>
              <a:spcBef>
                <a:spcPts val="1000"/>
              </a:spcBef>
            </a:pPr>
            <a:r>
              <a:rPr lang="zh-CN" altLang="en-US" sz="1800" dirty="0">
                <a:ea typeface="黑体" panose="02010609060101010101" pitchFamily="49" charset="-122"/>
                <a:cs typeface="Arial" panose="020B0604020202020204" pitchFamily="34" charset="0"/>
              </a:rPr>
              <a:t>第三阶段（美国中期选举结束后）：</a:t>
            </a:r>
            <a:r>
              <a:rPr lang="zh-CN" altLang="en-US" sz="1800" b="0" dirty="0">
                <a:ea typeface="黑体" panose="02010609060101010101" pitchFamily="49" charset="-122"/>
                <a:cs typeface="Arial" panose="020B0604020202020204" pitchFamily="34" charset="0"/>
              </a:rPr>
              <a:t>外部扰动的不确定性或将明显提高</a:t>
            </a:r>
          </a:p>
        </p:txBody>
      </p:sp>
      <p:grpSp>
        <p:nvGrpSpPr>
          <p:cNvPr id="9" name="组合 8"/>
          <p:cNvGrpSpPr/>
          <p:nvPr/>
        </p:nvGrpSpPr>
        <p:grpSpPr>
          <a:xfrm>
            <a:off x="1799654" y="3795370"/>
            <a:ext cx="9843644" cy="635067"/>
            <a:chOff x="488950" y="1588168"/>
            <a:chExt cx="11813397" cy="576000"/>
          </a:xfrm>
          <a:solidFill>
            <a:schemeClr val="bg1">
              <a:lumMod val="85000"/>
            </a:schemeClr>
          </a:solidFill>
        </p:grpSpPr>
        <p:sp>
          <p:nvSpPr>
            <p:cNvPr id="11" name="燕尾形 10"/>
            <p:cNvSpPr/>
            <p:nvPr/>
          </p:nvSpPr>
          <p:spPr bwMode="auto">
            <a:xfrm>
              <a:off x="488950" y="1588168"/>
              <a:ext cx="2124000" cy="576000"/>
            </a:xfrm>
            <a:prstGeom prst="chevron">
              <a:avLst/>
            </a:prstGeom>
            <a:grpFill/>
            <a:ln w="9525" cap="flat" cmpd="sng" algn="ctr">
              <a:noFill/>
              <a:prstDash val="solid"/>
              <a:round/>
              <a:headEnd type="none" w="med" len="med"/>
              <a:tailEnd type="none" w="med" len="med"/>
            </a:ln>
            <a:effectLst/>
          </p:spPr>
          <p:txBody>
            <a:bodyPr rot="0" spcFirstLastPara="0" vertOverflow="overflow" horzOverflow="overflow" vert="horz" wrap="square" lIns="39692" tIns="39692" rIns="39692" bIns="39692" numCol="1" spcCol="0" rtlCol="0" fromWordArt="0" anchor="ctr" anchorCtr="0" forceAA="0" compatLnSpc="1">
              <a:prstTxWarp prst="textNoShape">
                <a:avLst/>
              </a:prstTxWarp>
              <a:noAutofit/>
            </a:bodyPr>
            <a:lstStyle/>
            <a:p>
              <a:pPr algn="ctr"/>
              <a:r>
                <a:rPr lang="en-US" altLang="zh-CN" sz="1323" dirty="0">
                  <a:latin typeface="Lato" panose="020F0502020204030203" pitchFamily="34" charset="0"/>
                  <a:ea typeface="黑体" panose="02010609060101010101" pitchFamily="49" charset="-122"/>
                </a:rPr>
                <a:t>1</a:t>
              </a:r>
              <a:r>
                <a:rPr lang="zh-CN" altLang="en-US" sz="1323" dirty="0">
                  <a:latin typeface="Lato" panose="020F0502020204030203" pitchFamily="34" charset="0"/>
                  <a:ea typeface="黑体" panose="02010609060101010101" pitchFamily="49" charset="-122"/>
                </a:rPr>
                <a:t>月</a:t>
              </a:r>
            </a:p>
          </p:txBody>
        </p:sp>
        <p:sp>
          <p:nvSpPr>
            <p:cNvPr id="13" name="燕尾形 12"/>
            <p:cNvSpPr/>
            <p:nvPr/>
          </p:nvSpPr>
          <p:spPr bwMode="auto">
            <a:xfrm>
              <a:off x="2426829" y="1588168"/>
              <a:ext cx="2124000" cy="576000"/>
            </a:xfrm>
            <a:prstGeom prst="chevron">
              <a:avLst/>
            </a:prstGeom>
            <a:grpFill/>
            <a:ln w="9525" cap="flat" cmpd="sng" algn="ctr">
              <a:noFill/>
              <a:prstDash val="solid"/>
              <a:round/>
              <a:headEnd type="none" w="med" len="med"/>
              <a:tailEnd type="none" w="med" len="med"/>
            </a:ln>
            <a:effectLst/>
          </p:spPr>
          <p:txBody>
            <a:bodyPr rot="0" spcFirstLastPara="0" vertOverflow="overflow" horzOverflow="overflow" vert="horz" wrap="square" lIns="39692" tIns="39692" rIns="39692" bIns="39692" numCol="1" spcCol="0" rtlCol="0" fromWordArt="0" anchor="ctr" anchorCtr="0" forceAA="0" compatLnSpc="1">
              <a:prstTxWarp prst="textNoShape">
                <a:avLst/>
              </a:prstTxWarp>
              <a:noAutofit/>
            </a:bodyPr>
            <a:lstStyle/>
            <a:p>
              <a:pPr algn="ctr"/>
              <a:r>
                <a:rPr lang="en-US" altLang="zh-CN" sz="1323" dirty="0">
                  <a:latin typeface="Lato" panose="020F0502020204030203" pitchFamily="34" charset="0"/>
                  <a:ea typeface="黑体" panose="02010609060101010101" pitchFamily="49" charset="-122"/>
                </a:rPr>
                <a:t>2</a:t>
              </a:r>
              <a:r>
                <a:rPr lang="zh-CN" altLang="en-US" sz="1323" dirty="0">
                  <a:latin typeface="Lato" panose="020F0502020204030203" pitchFamily="34" charset="0"/>
                  <a:ea typeface="黑体" panose="02010609060101010101" pitchFamily="49" charset="-122"/>
                </a:rPr>
                <a:t>月</a:t>
              </a:r>
            </a:p>
          </p:txBody>
        </p:sp>
        <p:sp>
          <p:nvSpPr>
            <p:cNvPr id="14" name="燕尾形 13"/>
            <p:cNvSpPr/>
            <p:nvPr/>
          </p:nvSpPr>
          <p:spPr bwMode="auto">
            <a:xfrm>
              <a:off x="4364709" y="1588168"/>
              <a:ext cx="2124000" cy="576000"/>
            </a:xfrm>
            <a:prstGeom prst="chevron">
              <a:avLst/>
            </a:prstGeom>
            <a:grpFill/>
            <a:ln w="9525" cap="flat" cmpd="sng" algn="ctr">
              <a:noFill/>
              <a:prstDash val="solid"/>
              <a:round/>
              <a:headEnd type="none" w="med" len="med"/>
              <a:tailEnd type="none" w="med" len="med"/>
            </a:ln>
            <a:effectLst/>
          </p:spPr>
          <p:txBody>
            <a:bodyPr rot="0" spcFirstLastPara="0" vertOverflow="overflow" horzOverflow="overflow" vert="horz" wrap="square" lIns="39692" tIns="39692" rIns="39692" bIns="39692" numCol="1" spcCol="0" rtlCol="0" fromWordArt="0" anchor="ctr" anchorCtr="0" forceAA="0" compatLnSpc="1">
              <a:prstTxWarp prst="textNoShape">
                <a:avLst/>
              </a:prstTxWarp>
              <a:noAutofit/>
            </a:bodyPr>
            <a:lstStyle/>
            <a:p>
              <a:pPr algn="ctr"/>
              <a:r>
                <a:rPr lang="en-US" altLang="zh-CN" sz="1323" dirty="0">
                  <a:latin typeface="Lato" panose="020F0502020204030203" pitchFamily="34" charset="0"/>
                  <a:ea typeface="黑体" panose="02010609060101010101" pitchFamily="49" charset="-122"/>
                </a:rPr>
                <a:t>3</a:t>
              </a:r>
              <a:r>
                <a:rPr lang="zh-CN" altLang="en-US" sz="1323" dirty="0">
                  <a:latin typeface="Lato" panose="020F0502020204030203" pitchFamily="34" charset="0"/>
                  <a:ea typeface="黑体" panose="02010609060101010101" pitchFamily="49" charset="-122"/>
                </a:rPr>
                <a:t>月</a:t>
              </a:r>
            </a:p>
          </p:txBody>
        </p:sp>
        <p:sp>
          <p:nvSpPr>
            <p:cNvPr id="15" name="燕尾形 14"/>
            <p:cNvSpPr/>
            <p:nvPr/>
          </p:nvSpPr>
          <p:spPr bwMode="auto">
            <a:xfrm>
              <a:off x="6302588" y="1588168"/>
              <a:ext cx="2124000" cy="576000"/>
            </a:xfrm>
            <a:prstGeom prst="chevron">
              <a:avLst/>
            </a:prstGeom>
            <a:grpFill/>
            <a:ln w="9525" cap="flat" cmpd="sng" algn="ctr">
              <a:noFill/>
              <a:prstDash val="solid"/>
              <a:round/>
              <a:headEnd type="none" w="med" len="med"/>
              <a:tailEnd type="none" w="med" len="med"/>
            </a:ln>
            <a:effectLst/>
          </p:spPr>
          <p:txBody>
            <a:bodyPr rot="0" spcFirstLastPara="0" vertOverflow="overflow" horzOverflow="overflow" vert="horz" wrap="square" lIns="39692" tIns="39692" rIns="39692" bIns="39692" numCol="1" spcCol="0" rtlCol="0" fromWordArt="0" anchor="ctr" anchorCtr="0" forceAA="0" compatLnSpc="1">
              <a:prstTxWarp prst="textNoShape">
                <a:avLst/>
              </a:prstTxWarp>
              <a:noAutofit/>
            </a:bodyPr>
            <a:lstStyle/>
            <a:p>
              <a:pPr algn="ctr"/>
              <a:r>
                <a:rPr lang="en-US" altLang="zh-CN" sz="1323" dirty="0">
                  <a:latin typeface="Lato" panose="020F0502020204030203" pitchFamily="34" charset="0"/>
                  <a:ea typeface="黑体" panose="02010609060101010101" pitchFamily="49" charset="-122"/>
                </a:rPr>
                <a:t>4</a:t>
              </a:r>
              <a:r>
                <a:rPr lang="zh-CN" altLang="en-US" sz="1323" dirty="0">
                  <a:latin typeface="Lato" panose="020F0502020204030203" pitchFamily="34" charset="0"/>
                  <a:ea typeface="黑体" panose="02010609060101010101" pitchFamily="49" charset="-122"/>
                </a:rPr>
                <a:t>月</a:t>
              </a:r>
            </a:p>
          </p:txBody>
        </p:sp>
        <p:sp>
          <p:nvSpPr>
            <p:cNvPr id="16" name="燕尾形 15"/>
            <p:cNvSpPr/>
            <p:nvPr/>
          </p:nvSpPr>
          <p:spPr bwMode="auto">
            <a:xfrm>
              <a:off x="8240467" y="1588168"/>
              <a:ext cx="2124000" cy="576000"/>
            </a:xfrm>
            <a:prstGeom prst="chevron">
              <a:avLst/>
            </a:prstGeom>
            <a:grpFill/>
            <a:ln w="9525" cap="flat" cmpd="sng" algn="ctr">
              <a:noFill/>
              <a:prstDash val="solid"/>
              <a:round/>
              <a:headEnd type="none" w="med" len="med"/>
              <a:tailEnd type="none" w="med" len="med"/>
            </a:ln>
            <a:effectLst/>
          </p:spPr>
          <p:txBody>
            <a:bodyPr rot="0" spcFirstLastPara="0" vertOverflow="overflow" horzOverflow="overflow" vert="horz" wrap="square" lIns="39692" tIns="39692" rIns="39692" bIns="39692" numCol="1" spcCol="0" rtlCol="0" fromWordArt="0" anchor="ctr" anchorCtr="0" forceAA="0" compatLnSpc="1">
              <a:prstTxWarp prst="textNoShape">
                <a:avLst/>
              </a:prstTxWarp>
              <a:noAutofit/>
            </a:bodyPr>
            <a:lstStyle/>
            <a:p>
              <a:pPr algn="ctr"/>
              <a:r>
                <a:rPr lang="en-US" altLang="zh-CN" sz="1323" dirty="0">
                  <a:latin typeface="Lato" panose="020F0502020204030203" pitchFamily="34" charset="0"/>
                  <a:ea typeface="黑体" panose="02010609060101010101" pitchFamily="49" charset="-122"/>
                </a:rPr>
                <a:t>5</a:t>
              </a:r>
              <a:r>
                <a:rPr lang="zh-CN" altLang="en-US" sz="1323" dirty="0">
                  <a:latin typeface="Lato" panose="020F0502020204030203" pitchFamily="34" charset="0"/>
                  <a:ea typeface="黑体" panose="02010609060101010101" pitchFamily="49" charset="-122"/>
                </a:rPr>
                <a:t>月</a:t>
              </a:r>
            </a:p>
          </p:txBody>
        </p:sp>
        <p:sp>
          <p:nvSpPr>
            <p:cNvPr id="17" name="燕尾形 16"/>
            <p:cNvSpPr/>
            <p:nvPr/>
          </p:nvSpPr>
          <p:spPr bwMode="auto">
            <a:xfrm>
              <a:off x="10178347" y="1588168"/>
              <a:ext cx="2124000" cy="576000"/>
            </a:xfrm>
            <a:prstGeom prst="chevron">
              <a:avLst/>
            </a:prstGeom>
            <a:grpFill/>
            <a:ln w="9525" cap="flat" cmpd="sng" algn="ctr">
              <a:noFill/>
              <a:prstDash val="solid"/>
              <a:round/>
              <a:headEnd type="none" w="med" len="med"/>
              <a:tailEnd type="none" w="med" len="med"/>
            </a:ln>
            <a:effectLst/>
          </p:spPr>
          <p:txBody>
            <a:bodyPr rot="0" spcFirstLastPara="0" vertOverflow="overflow" horzOverflow="overflow" vert="horz" wrap="square" lIns="39692" tIns="39692" rIns="39692" bIns="39692" numCol="1" spcCol="0" rtlCol="0" fromWordArt="0" anchor="ctr" anchorCtr="0" forceAA="0" compatLnSpc="1">
              <a:prstTxWarp prst="textNoShape">
                <a:avLst/>
              </a:prstTxWarp>
              <a:noAutofit/>
            </a:bodyPr>
            <a:lstStyle/>
            <a:p>
              <a:pPr algn="ctr"/>
              <a:r>
                <a:rPr lang="en-US" altLang="zh-CN" sz="1323" dirty="0">
                  <a:latin typeface="Lato" panose="020F0502020204030203" pitchFamily="34" charset="0"/>
                  <a:ea typeface="黑体" panose="02010609060101010101" pitchFamily="49" charset="-122"/>
                </a:rPr>
                <a:t>6</a:t>
              </a:r>
              <a:r>
                <a:rPr lang="zh-CN" altLang="en-US" sz="1323" dirty="0">
                  <a:latin typeface="Lato" panose="020F0502020204030203" pitchFamily="34" charset="0"/>
                  <a:ea typeface="黑体" panose="02010609060101010101" pitchFamily="49" charset="-122"/>
                </a:rPr>
                <a:t>月</a:t>
              </a:r>
            </a:p>
          </p:txBody>
        </p:sp>
      </p:grpSp>
      <p:sp>
        <p:nvSpPr>
          <p:cNvPr id="18" name="Text Placeholder 3"/>
          <p:cNvSpPr txBox="1">
            <a:spLocks/>
          </p:cNvSpPr>
          <p:nvPr/>
        </p:nvSpPr>
        <p:spPr>
          <a:xfrm>
            <a:off x="1941002" y="5075155"/>
            <a:ext cx="2039983" cy="1415433"/>
          </a:xfrm>
          <a:prstGeom prst="rect">
            <a:avLst/>
          </a:prstGeom>
          <a:noFill/>
          <a:ln>
            <a:solidFill>
              <a:schemeClr val="bg1">
                <a:lumMod val="50000"/>
              </a:schemeClr>
            </a:solidFill>
          </a:ln>
        </p:spPr>
        <p:txBody>
          <a:bodyPr vert="horz" lIns="99229" tIns="51599" rIns="99229" bIns="51599" rtlCol="0" anchor="t" anchorCtr="0">
            <a:noAutofit/>
          </a:bodyPr>
          <a:lstStyle>
            <a:lvl1pPr marL="180573" indent="-180573" algn="l" rtl="0" eaLnBrk="1" fontAlgn="base" hangingPunct="1">
              <a:spcBef>
                <a:spcPct val="20000"/>
              </a:spcBef>
              <a:spcAft>
                <a:spcPct val="20000"/>
              </a:spcAft>
              <a:buClr>
                <a:srgbClr val="D20A10"/>
              </a:buClr>
              <a:buSzPct val="60000"/>
              <a:buFont typeface="Wingdings" pitchFamily="2" charset="2"/>
              <a:buChar char="n"/>
              <a:tabLst/>
              <a:defRPr kumimoji="1" lang="en-US" altLang="zh-TW" sz="1192" dirty="0" smtClean="0">
                <a:solidFill>
                  <a:srgbClr val="000000"/>
                </a:solidFill>
                <a:latin typeface="+mn-lt"/>
                <a:ea typeface="+mn-ea"/>
                <a:cs typeface="+mn-cs"/>
              </a:defRPr>
            </a:lvl1pPr>
            <a:lvl2pPr marL="550316" indent="-175413" algn="l" rtl="0" eaLnBrk="1" fontAlgn="base" hangingPunct="1">
              <a:spcBef>
                <a:spcPct val="20000"/>
              </a:spcBef>
              <a:spcAft>
                <a:spcPct val="20000"/>
              </a:spcAft>
              <a:buClr>
                <a:schemeClr val="bg1">
                  <a:lumMod val="50000"/>
                </a:schemeClr>
              </a:buClr>
              <a:buSzPct val="60000"/>
              <a:buFont typeface="Wingdings" pitchFamily="2" charset="2"/>
              <a:buChar char="l"/>
              <a:defRPr kumimoji="1" lang="en-US" altLang="zh-TW" sz="1192" dirty="0" smtClean="0">
                <a:solidFill>
                  <a:srgbClr val="000000"/>
                </a:solidFill>
                <a:latin typeface="+mn-lt"/>
                <a:ea typeface="+mn-ea"/>
              </a:defRPr>
            </a:lvl2pPr>
            <a:lvl3pPr marL="863309" indent="-151337" algn="l" rtl="0" eaLnBrk="1" fontAlgn="base" hangingPunct="1">
              <a:spcBef>
                <a:spcPct val="20000"/>
              </a:spcBef>
              <a:spcAft>
                <a:spcPct val="20000"/>
              </a:spcAft>
              <a:buClr>
                <a:srgbClr val="808080"/>
              </a:buClr>
              <a:buSzPct val="60000"/>
              <a:buFont typeface="Monotype Corsiva" pitchFamily="66" charset="0"/>
              <a:buChar char="►"/>
              <a:defRPr kumimoji="1" lang="en-US" altLang="zh-TW" sz="1192" dirty="0" smtClean="0">
                <a:solidFill>
                  <a:srgbClr val="000000"/>
                </a:solidFill>
                <a:latin typeface="+mn-lt"/>
                <a:ea typeface="+mn-ea"/>
              </a:defRPr>
            </a:lvl3pPr>
            <a:lvl4pPr marL="1238212" indent="-165095"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4pPr>
            <a:lvl5pPr marL="1559804" indent="-189171"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5pPr>
            <a:lvl6pPr marL="205508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6pPr>
            <a:lvl7pPr marL="255037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7pPr>
            <a:lvl8pPr marL="304565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8pPr>
            <a:lvl9pPr marL="354094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9pPr>
          </a:lstStyle>
          <a:p>
            <a:pPr algn="just">
              <a:lnSpc>
                <a:spcPct val="120000"/>
              </a:lnSpc>
              <a:spcBef>
                <a:spcPts val="331"/>
              </a:spcBef>
              <a:spcAft>
                <a:spcPts val="0"/>
              </a:spcAft>
              <a:buClr>
                <a:srgbClr val="C01C20"/>
              </a:buClr>
              <a:buSzPct val="70000"/>
              <a:defRPr/>
            </a:pPr>
            <a:r>
              <a:rPr lang="zh-CN" altLang="en-US" sz="1323" dirty="0">
                <a:solidFill>
                  <a:schemeClr val="tx1"/>
                </a:solidFill>
                <a:latin typeface="Lato" panose="020F0502020204030203" pitchFamily="34" charset="0"/>
                <a:ea typeface="黑体" panose="02010609060101010101" pitchFamily="49" charset="-122"/>
              </a:rPr>
              <a:t>此处替换文本</a:t>
            </a:r>
          </a:p>
        </p:txBody>
      </p:sp>
      <p:cxnSp>
        <p:nvCxnSpPr>
          <p:cNvPr id="19" name="肘形连接符 18"/>
          <p:cNvCxnSpPr>
            <a:stCxn id="11" idx="2"/>
            <a:endCxn id="18" idx="0"/>
          </p:cNvCxnSpPr>
          <p:nvPr/>
        </p:nvCxnSpPr>
        <p:spPr bwMode="auto">
          <a:xfrm rot="16200000" flipH="1">
            <a:off x="2421043" y="4535204"/>
            <a:ext cx="644718" cy="435183"/>
          </a:xfrm>
          <a:prstGeom prst="bentConnector3">
            <a:avLst/>
          </a:prstGeom>
          <a:solidFill>
            <a:schemeClr val="accent1"/>
          </a:solidFill>
          <a:ln w="9525" cap="flat" cmpd="sng" algn="ctr">
            <a:solidFill>
              <a:schemeClr val="bg1">
                <a:lumMod val="50000"/>
              </a:schemeClr>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 Placeholder 3"/>
          <p:cNvSpPr txBox="1">
            <a:spLocks/>
          </p:cNvSpPr>
          <p:nvPr/>
        </p:nvSpPr>
        <p:spPr>
          <a:xfrm>
            <a:off x="5170520" y="5075155"/>
            <a:ext cx="2039983" cy="1415433"/>
          </a:xfrm>
          <a:prstGeom prst="rect">
            <a:avLst/>
          </a:prstGeom>
          <a:noFill/>
          <a:ln>
            <a:solidFill>
              <a:schemeClr val="bg1">
                <a:lumMod val="50000"/>
              </a:schemeClr>
            </a:solidFill>
          </a:ln>
        </p:spPr>
        <p:txBody>
          <a:bodyPr vert="horz" lIns="99229" tIns="51599" rIns="99229" bIns="51599" rtlCol="0" anchor="t" anchorCtr="0">
            <a:noAutofit/>
          </a:bodyPr>
          <a:lstStyle>
            <a:lvl1pPr marL="180573" indent="-180573" algn="l" rtl="0" eaLnBrk="1" fontAlgn="base" hangingPunct="1">
              <a:spcBef>
                <a:spcPct val="20000"/>
              </a:spcBef>
              <a:spcAft>
                <a:spcPct val="20000"/>
              </a:spcAft>
              <a:buClr>
                <a:srgbClr val="D20A10"/>
              </a:buClr>
              <a:buSzPct val="60000"/>
              <a:buFont typeface="Wingdings" pitchFamily="2" charset="2"/>
              <a:buChar char="n"/>
              <a:tabLst/>
              <a:defRPr kumimoji="1" lang="en-US" altLang="zh-TW" sz="1192" dirty="0" smtClean="0">
                <a:solidFill>
                  <a:srgbClr val="000000"/>
                </a:solidFill>
                <a:latin typeface="+mn-lt"/>
                <a:ea typeface="+mn-ea"/>
                <a:cs typeface="+mn-cs"/>
              </a:defRPr>
            </a:lvl1pPr>
            <a:lvl2pPr marL="550316" indent="-175413" algn="l" rtl="0" eaLnBrk="1" fontAlgn="base" hangingPunct="1">
              <a:spcBef>
                <a:spcPct val="20000"/>
              </a:spcBef>
              <a:spcAft>
                <a:spcPct val="20000"/>
              </a:spcAft>
              <a:buClr>
                <a:schemeClr val="bg1">
                  <a:lumMod val="50000"/>
                </a:schemeClr>
              </a:buClr>
              <a:buSzPct val="60000"/>
              <a:buFont typeface="Wingdings" pitchFamily="2" charset="2"/>
              <a:buChar char="l"/>
              <a:defRPr kumimoji="1" lang="en-US" altLang="zh-TW" sz="1192" dirty="0" smtClean="0">
                <a:solidFill>
                  <a:srgbClr val="000000"/>
                </a:solidFill>
                <a:latin typeface="+mn-lt"/>
                <a:ea typeface="+mn-ea"/>
              </a:defRPr>
            </a:lvl2pPr>
            <a:lvl3pPr marL="863309" indent="-151337" algn="l" rtl="0" eaLnBrk="1" fontAlgn="base" hangingPunct="1">
              <a:spcBef>
                <a:spcPct val="20000"/>
              </a:spcBef>
              <a:spcAft>
                <a:spcPct val="20000"/>
              </a:spcAft>
              <a:buClr>
                <a:srgbClr val="808080"/>
              </a:buClr>
              <a:buSzPct val="60000"/>
              <a:buFont typeface="Monotype Corsiva" pitchFamily="66" charset="0"/>
              <a:buChar char="►"/>
              <a:defRPr kumimoji="1" lang="en-US" altLang="zh-TW" sz="1192" dirty="0" smtClean="0">
                <a:solidFill>
                  <a:srgbClr val="000000"/>
                </a:solidFill>
                <a:latin typeface="+mn-lt"/>
                <a:ea typeface="+mn-ea"/>
              </a:defRPr>
            </a:lvl3pPr>
            <a:lvl4pPr marL="1238212" indent="-165095"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4pPr>
            <a:lvl5pPr marL="1559804" indent="-189171"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5pPr>
            <a:lvl6pPr marL="205508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6pPr>
            <a:lvl7pPr marL="255037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7pPr>
            <a:lvl8pPr marL="304565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8pPr>
            <a:lvl9pPr marL="354094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9pPr>
          </a:lstStyle>
          <a:p>
            <a:pPr algn="just">
              <a:lnSpc>
                <a:spcPct val="120000"/>
              </a:lnSpc>
              <a:spcBef>
                <a:spcPts val="331"/>
              </a:spcBef>
              <a:spcAft>
                <a:spcPts val="0"/>
              </a:spcAft>
              <a:buClr>
                <a:srgbClr val="C01C20"/>
              </a:buClr>
              <a:buSzPct val="70000"/>
              <a:defRPr/>
            </a:pPr>
            <a:r>
              <a:rPr lang="zh-CN" altLang="en-US" sz="1323" dirty="0">
                <a:solidFill>
                  <a:schemeClr val="tx1"/>
                </a:solidFill>
                <a:latin typeface="Lato" panose="020F0502020204030203" pitchFamily="34" charset="0"/>
                <a:ea typeface="黑体" panose="02010609060101010101" pitchFamily="49" charset="-122"/>
              </a:rPr>
              <a:t>此处替换文本</a:t>
            </a:r>
          </a:p>
        </p:txBody>
      </p:sp>
      <p:cxnSp>
        <p:nvCxnSpPr>
          <p:cNvPr id="21" name="肘形连接符 20"/>
          <p:cNvCxnSpPr>
            <a:stCxn id="14" idx="2"/>
            <a:endCxn id="20" idx="0"/>
          </p:cNvCxnSpPr>
          <p:nvPr/>
        </p:nvCxnSpPr>
        <p:spPr bwMode="auto">
          <a:xfrm rot="16200000" flipH="1">
            <a:off x="5650562" y="4535205"/>
            <a:ext cx="644718" cy="435182"/>
          </a:xfrm>
          <a:prstGeom prst="bentConnector3">
            <a:avLst/>
          </a:prstGeom>
          <a:solidFill>
            <a:schemeClr val="accent1"/>
          </a:solidFill>
          <a:ln w="9525" cap="flat" cmpd="sng" algn="ctr">
            <a:solidFill>
              <a:schemeClr val="bg1">
                <a:lumMod val="50000"/>
              </a:schemeClr>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 Placeholder 3"/>
          <p:cNvSpPr txBox="1">
            <a:spLocks/>
          </p:cNvSpPr>
          <p:nvPr/>
        </p:nvSpPr>
        <p:spPr>
          <a:xfrm>
            <a:off x="8372082" y="5075155"/>
            <a:ext cx="2039983" cy="1415433"/>
          </a:xfrm>
          <a:prstGeom prst="rect">
            <a:avLst/>
          </a:prstGeom>
          <a:noFill/>
          <a:ln>
            <a:solidFill>
              <a:schemeClr val="bg1">
                <a:lumMod val="50000"/>
              </a:schemeClr>
            </a:solidFill>
          </a:ln>
        </p:spPr>
        <p:txBody>
          <a:bodyPr vert="horz" lIns="99229" tIns="51599" rIns="99229" bIns="51599" rtlCol="0" anchor="t" anchorCtr="0">
            <a:noAutofit/>
          </a:bodyPr>
          <a:lstStyle>
            <a:lvl1pPr marL="180573" indent="-180573" algn="l" rtl="0" eaLnBrk="1" fontAlgn="base" hangingPunct="1">
              <a:spcBef>
                <a:spcPct val="20000"/>
              </a:spcBef>
              <a:spcAft>
                <a:spcPct val="20000"/>
              </a:spcAft>
              <a:buClr>
                <a:srgbClr val="D20A10"/>
              </a:buClr>
              <a:buSzPct val="60000"/>
              <a:buFont typeface="Wingdings" pitchFamily="2" charset="2"/>
              <a:buChar char="n"/>
              <a:tabLst/>
              <a:defRPr kumimoji="1" lang="en-US" altLang="zh-TW" sz="1192" dirty="0" smtClean="0">
                <a:solidFill>
                  <a:srgbClr val="000000"/>
                </a:solidFill>
                <a:latin typeface="+mn-lt"/>
                <a:ea typeface="+mn-ea"/>
                <a:cs typeface="+mn-cs"/>
              </a:defRPr>
            </a:lvl1pPr>
            <a:lvl2pPr marL="550316" indent="-175413" algn="l" rtl="0" eaLnBrk="1" fontAlgn="base" hangingPunct="1">
              <a:spcBef>
                <a:spcPct val="20000"/>
              </a:spcBef>
              <a:spcAft>
                <a:spcPct val="20000"/>
              </a:spcAft>
              <a:buClr>
                <a:schemeClr val="bg1">
                  <a:lumMod val="50000"/>
                </a:schemeClr>
              </a:buClr>
              <a:buSzPct val="60000"/>
              <a:buFont typeface="Wingdings" pitchFamily="2" charset="2"/>
              <a:buChar char="l"/>
              <a:defRPr kumimoji="1" lang="en-US" altLang="zh-TW" sz="1192" dirty="0" smtClean="0">
                <a:solidFill>
                  <a:srgbClr val="000000"/>
                </a:solidFill>
                <a:latin typeface="+mn-lt"/>
                <a:ea typeface="+mn-ea"/>
              </a:defRPr>
            </a:lvl2pPr>
            <a:lvl3pPr marL="863309" indent="-151337" algn="l" rtl="0" eaLnBrk="1" fontAlgn="base" hangingPunct="1">
              <a:spcBef>
                <a:spcPct val="20000"/>
              </a:spcBef>
              <a:spcAft>
                <a:spcPct val="20000"/>
              </a:spcAft>
              <a:buClr>
                <a:srgbClr val="808080"/>
              </a:buClr>
              <a:buSzPct val="60000"/>
              <a:buFont typeface="Monotype Corsiva" pitchFamily="66" charset="0"/>
              <a:buChar char="►"/>
              <a:defRPr kumimoji="1" lang="en-US" altLang="zh-TW" sz="1192" dirty="0" smtClean="0">
                <a:solidFill>
                  <a:srgbClr val="000000"/>
                </a:solidFill>
                <a:latin typeface="+mn-lt"/>
                <a:ea typeface="+mn-ea"/>
              </a:defRPr>
            </a:lvl3pPr>
            <a:lvl4pPr marL="1238212" indent="-165095"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4pPr>
            <a:lvl5pPr marL="1559804" indent="-189171"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5pPr>
            <a:lvl6pPr marL="205508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6pPr>
            <a:lvl7pPr marL="255037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7pPr>
            <a:lvl8pPr marL="304565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8pPr>
            <a:lvl9pPr marL="354094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9pPr>
          </a:lstStyle>
          <a:p>
            <a:pPr algn="just">
              <a:lnSpc>
                <a:spcPct val="120000"/>
              </a:lnSpc>
              <a:spcBef>
                <a:spcPts val="331"/>
              </a:spcBef>
              <a:spcAft>
                <a:spcPts val="0"/>
              </a:spcAft>
              <a:buClr>
                <a:srgbClr val="C01C20"/>
              </a:buClr>
              <a:buSzPct val="70000"/>
              <a:defRPr/>
            </a:pPr>
            <a:r>
              <a:rPr lang="zh-CN" altLang="en-US" sz="1323" dirty="0">
                <a:solidFill>
                  <a:schemeClr val="tx1"/>
                </a:solidFill>
                <a:latin typeface="Lato" panose="020F0502020204030203" pitchFamily="34" charset="0"/>
                <a:ea typeface="黑体" panose="02010609060101010101" pitchFamily="49" charset="-122"/>
              </a:rPr>
              <a:t>此处替换文本</a:t>
            </a:r>
          </a:p>
        </p:txBody>
      </p:sp>
      <p:cxnSp>
        <p:nvCxnSpPr>
          <p:cNvPr id="23" name="肘形连接符 22"/>
          <p:cNvCxnSpPr>
            <a:stCxn id="16" idx="2"/>
            <a:endCxn id="22" idx="0"/>
          </p:cNvCxnSpPr>
          <p:nvPr/>
        </p:nvCxnSpPr>
        <p:spPr bwMode="auto">
          <a:xfrm rot="16200000" flipH="1">
            <a:off x="8866102" y="4549183"/>
            <a:ext cx="644718" cy="407225"/>
          </a:xfrm>
          <a:prstGeom prst="bentConnector3">
            <a:avLst/>
          </a:prstGeom>
          <a:solidFill>
            <a:schemeClr val="accent1"/>
          </a:solidFill>
          <a:ln w="9525" cap="flat" cmpd="sng" algn="ctr">
            <a:solidFill>
              <a:schemeClr val="bg1">
                <a:lumMod val="50000"/>
              </a:schemeClr>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53691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单圆角矩形 3">
            <a:extLst>
              <a:ext uri="{FF2B5EF4-FFF2-40B4-BE49-F238E27FC236}">
                <a16:creationId xmlns:a16="http://schemas.microsoft.com/office/drawing/2014/main" id="{0A04DD4A-7444-BB27-96F6-F64ED10EE456}"/>
              </a:ext>
            </a:extLst>
          </p:cNvPr>
          <p:cNvSpPr/>
          <p:nvPr/>
        </p:nvSpPr>
        <p:spPr>
          <a:xfrm>
            <a:off x="6865938" y="2321136"/>
            <a:ext cx="6192837" cy="266824"/>
          </a:xfrm>
          <a:prstGeom prst="round1Rect">
            <a:avLst>
              <a:gd name="adj" fmla="val 50000"/>
            </a:avLst>
          </a:prstGeom>
          <a:solidFill>
            <a:srgbClr val="356BA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gn="ctr"/>
            <a:r>
              <a:rPr lang="zh-CN" altLang="en-US" sz="1500" spc="20" dirty="0">
                <a:solidFill>
                  <a:schemeClr val="bg1"/>
                </a:solidFill>
                <a:latin typeface="Lato" panose="020F0502020204030203" pitchFamily="34" charset="0"/>
                <a:ea typeface="黑体" panose="02010609060101010101" pitchFamily="49" charset="-122"/>
                <a:cs typeface="Arial" panose="020B0604020202020204" pitchFamily="34" charset="0"/>
              </a:rPr>
              <a:t>活跃高净值个人投资者偏好新经济核心资产举例</a:t>
            </a:r>
          </a:p>
        </p:txBody>
      </p:sp>
      <p:sp>
        <p:nvSpPr>
          <p:cNvPr id="11" name="Text Box 31">
            <a:extLst>
              <a:ext uri="{FF2B5EF4-FFF2-40B4-BE49-F238E27FC236}">
                <a16:creationId xmlns:a16="http://schemas.microsoft.com/office/drawing/2014/main" id="{21290791-6811-8D20-0E7C-E9CA60078F4E}"/>
              </a:ext>
            </a:extLst>
          </p:cNvPr>
          <p:cNvSpPr txBox="1">
            <a:spLocks noChangeArrowheads="1"/>
          </p:cNvSpPr>
          <p:nvPr/>
        </p:nvSpPr>
        <p:spPr bwMode="auto">
          <a:xfrm>
            <a:off x="381009" y="6737350"/>
            <a:ext cx="6196003"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Arial" panose="020B0604020202020204"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Arial" panose="020B0604020202020204" pitchFamily="34" charset="0"/>
              </a:rPr>
              <a:t>Wind</a:t>
            </a:r>
            <a:r>
              <a:rPr lang="zh-CN" altLang="en-US" sz="900" b="0" spc="20" dirty="0">
                <a:solidFill>
                  <a:srgbClr val="000066"/>
                </a:solidFill>
                <a:latin typeface="Lato" panose="020F0502020204030203" pitchFamily="34" charset="0"/>
                <a:ea typeface="黑体" panose="02010609060101010101" pitchFamily="49" charset="-122"/>
                <a:cs typeface="Arial" panose="020B0604020202020204" pitchFamily="34" charset="0"/>
              </a:rPr>
              <a:t>，中信证券研究部</a:t>
            </a:r>
          </a:p>
        </p:txBody>
      </p:sp>
      <p:sp>
        <p:nvSpPr>
          <p:cNvPr id="5" name="Title 1">
            <a:extLst>
              <a:ext uri="{FF2B5EF4-FFF2-40B4-BE49-F238E27FC236}">
                <a16:creationId xmlns:a16="http://schemas.microsoft.com/office/drawing/2014/main" id="{3A80711D-CCBE-9DA2-1569-A78A3AE6AD10}"/>
              </a:ext>
            </a:extLst>
          </p:cNvPr>
          <p:cNvSpPr>
            <a:spLocks noGrp="1"/>
          </p:cNvSpPr>
          <p:nvPr>
            <p:ph type="title"/>
          </p:nvPr>
        </p:nvSpPr>
        <p:spPr>
          <a:xfrm>
            <a:off x="384174" y="36215"/>
            <a:ext cx="12313325" cy="874567"/>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r>
              <a:rPr lang="zh-CN" altLang="en-US" sz="3000" b="1" dirty="0">
                <a:latin typeface="Lato" panose="020F0502020204030203" pitchFamily="34" charset="0"/>
              </a:rPr>
              <a:t>但此轮行情高净值人群以及企业客户的参与热情并未提升</a:t>
            </a:r>
            <a:endParaRPr lang="en-GB" sz="3000" b="1" dirty="0">
              <a:latin typeface="Lato" panose="020F0502020204030203" pitchFamily="34" charset="0"/>
            </a:endParaRPr>
          </a:p>
        </p:txBody>
      </p:sp>
      <p:sp>
        <p:nvSpPr>
          <p:cNvPr id="7" name="单圆角矩形 3">
            <a:extLst>
              <a:ext uri="{FF2B5EF4-FFF2-40B4-BE49-F238E27FC236}">
                <a16:creationId xmlns:a16="http://schemas.microsoft.com/office/drawing/2014/main" id="{B637851C-D275-9DCB-CA0E-CDE9B2D8D3A6}"/>
              </a:ext>
            </a:extLst>
          </p:cNvPr>
          <p:cNvSpPr/>
          <p:nvPr/>
        </p:nvSpPr>
        <p:spPr>
          <a:xfrm>
            <a:off x="386736" y="2321136"/>
            <a:ext cx="6192837" cy="266824"/>
          </a:xfrm>
          <a:prstGeom prst="round1Rect">
            <a:avLst>
              <a:gd name="adj" fmla="val 50000"/>
            </a:avLst>
          </a:prstGeom>
          <a:solidFill>
            <a:srgbClr val="356BA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gn="ctr"/>
            <a:r>
              <a:rPr lang="en-US" altLang="zh-CN" sz="1500" spc="20" dirty="0">
                <a:solidFill>
                  <a:schemeClr val="bg1"/>
                </a:solidFill>
                <a:latin typeface="Lato" panose="020F0502020204030203" pitchFamily="34" charset="0"/>
                <a:ea typeface="Lato" panose="020F0502020204030203" pitchFamily="34" charset="0"/>
                <a:cs typeface="Arial" panose="020B0604020202020204" pitchFamily="34" charset="0"/>
              </a:rPr>
              <a:t>A</a:t>
            </a:r>
            <a:r>
              <a:rPr lang="zh-CN" altLang="en-US" sz="1500" spc="20" dirty="0">
                <a:solidFill>
                  <a:schemeClr val="bg1"/>
                </a:solidFill>
                <a:latin typeface="Lato" panose="020F0502020204030203" pitchFamily="34" charset="0"/>
                <a:ea typeface="黑体" panose="02010609060101010101" pitchFamily="49" charset="-122"/>
                <a:cs typeface="Arial" panose="020B0604020202020204" pitchFamily="34" charset="0"/>
              </a:rPr>
              <a:t>股本轮行情新开户数显著低于</a:t>
            </a:r>
            <a:r>
              <a:rPr lang="en-US" altLang="zh-CN" sz="1500" spc="20" dirty="0">
                <a:solidFill>
                  <a:schemeClr val="bg1"/>
                </a:solidFill>
                <a:latin typeface="Lato" panose="020F0502020204030203" pitchFamily="34" charset="0"/>
                <a:ea typeface="Lato" panose="020F0502020204030203" pitchFamily="34" charset="0"/>
                <a:cs typeface="Arial" panose="020B0604020202020204" pitchFamily="34" charset="0"/>
              </a:rPr>
              <a:t>2024</a:t>
            </a:r>
            <a:r>
              <a:rPr lang="zh-CN" altLang="en-US" sz="1500" spc="20" dirty="0">
                <a:solidFill>
                  <a:schemeClr val="bg1"/>
                </a:solidFill>
                <a:latin typeface="Lato" panose="020F0502020204030203" pitchFamily="34" charset="0"/>
                <a:ea typeface="黑体" panose="02010609060101010101" pitchFamily="49" charset="-122"/>
                <a:cs typeface="Arial" panose="020B0604020202020204" pitchFamily="34" charset="0"/>
              </a:rPr>
              <a:t>年四季度和</a:t>
            </a:r>
            <a:r>
              <a:rPr lang="en-US" altLang="zh-CN" sz="1500" spc="20" dirty="0">
                <a:solidFill>
                  <a:schemeClr val="bg1"/>
                </a:solidFill>
                <a:latin typeface="Lato" panose="020F0502020204030203" pitchFamily="34" charset="0"/>
                <a:ea typeface="Lato" panose="020F0502020204030203" pitchFamily="34" charset="0"/>
                <a:cs typeface="Arial" panose="020B0604020202020204" pitchFamily="34" charset="0"/>
              </a:rPr>
              <a:t>2015</a:t>
            </a:r>
            <a:r>
              <a:rPr lang="zh-CN" altLang="en-US" sz="1500" spc="20" dirty="0">
                <a:solidFill>
                  <a:schemeClr val="bg1"/>
                </a:solidFill>
                <a:latin typeface="Lato" panose="020F0502020204030203" pitchFamily="34" charset="0"/>
                <a:ea typeface="黑体" panose="02010609060101010101" pitchFamily="49" charset="-122"/>
                <a:cs typeface="Arial" panose="020B0604020202020204" pitchFamily="34" charset="0"/>
              </a:rPr>
              <a:t>年</a:t>
            </a:r>
          </a:p>
        </p:txBody>
      </p:sp>
      <p:sp>
        <p:nvSpPr>
          <p:cNvPr id="9" name="内容占位符 9">
            <a:extLst>
              <a:ext uri="{FF2B5EF4-FFF2-40B4-BE49-F238E27FC236}">
                <a16:creationId xmlns:a16="http://schemas.microsoft.com/office/drawing/2014/main" id="{4D49B562-2336-6D50-4A8A-3B81BB8B16E5}"/>
              </a:ext>
            </a:extLst>
          </p:cNvPr>
          <p:cNvSpPr txBox="1">
            <a:spLocks/>
          </p:cNvSpPr>
          <p:nvPr/>
        </p:nvSpPr>
        <p:spPr>
          <a:xfrm>
            <a:off x="360768" y="1184755"/>
            <a:ext cx="12336731" cy="815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marL="385763" indent="-385763" defTabSz="590550" eaLnBrk="1" hangingPunct="1">
              <a:lnSpc>
                <a:spcPct val="95000"/>
              </a:lnSpc>
              <a:spcBef>
                <a:spcPct val="85000"/>
              </a:spcBef>
              <a:buClr>
                <a:srgbClr val="D7000F"/>
              </a:buClr>
              <a:buSzPct val="100000"/>
              <a:buFont typeface="Wingdings 2" panose="05020102010507070707" pitchFamily="18" charset="2"/>
              <a:buChar char=""/>
              <a:defRPr sz="2000" b="0" kern="0">
                <a:latin typeface="楷体" panose="02010609060101010101" pitchFamily="49" charset="-122"/>
                <a:ea typeface="楷体" panose="02010609060101010101" pitchFamily="49" charset="-122"/>
                <a:cs typeface="Lato" panose="020F0502020204030203" pitchFamily="34" charset="0"/>
              </a:defRPr>
            </a:lvl1pPr>
            <a:lvl2pPr marL="735013" indent="-347663" defTabSz="590550" eaLnBrk="1" hangingPunct="1">
              <a:lnSpc>
                <a:spcPct val="95000"/>
              </a:lnSpc>
              <a:spcBef>
                <a:spcPct val="50000"/>
              </a:spcBef>
              <a:buClr>
                <a:srgbClr val="D7000F"/>
              </a:buClr>
              <a:buSzPct val="80000"/>
              <a:buFont typeface="Wingdings 2" panose="05020102010507070707" pitchFamily="18" charset="2"/>
              <a:buChar char="¡"/>
              <a:defRPr sz="2200">
                <a:latin typeface="Lato" panose="020F0502020204030203" pitchFamily="34" charset="0"/>
                <a:ea typeface="Lato" panose="020F0502020204030203" pitchFamily="34" charset="0"/>
                <a:cs typeface="Lato" panose="020F0502020204030203" pitchFamily="34" charset="0"/>
              </a:defRPr>
            </a:lvl2pPr>
            <a:lvl3pPr marL="1063625" indent="-327025" defTabSz="590550" eaLnBrk="1" hangingPunct="1">
              <a:lnSpc>
                <a:spcPct val="95000"/>
              </a:lnSpc>
              <a:spcBef>
                <a:spcPct val="40000"/>
              </a:spcBef>
              <a:buClr>
                <a:srgbClr val="D7000F"/>
              </a:buClr>
              <a:buSzPct val="70000"/>
              <a:buFont typeface="Wingdings 2" panose="05020102010507070707" pitchFamily="18" charset="2"/>
              <a:buChar char="¡"/>
              <a:defRPr sz="2000">
                <a:latin typeface="Lato" panose="020F0502020204030203" pitchFamily="34" charset="0"/>
                <a:ea typeface="Lato" panose="020F0502020204030203" pitchFamily="34" charset="0"/>
                <a:cs typeface="Lato" panose="020F0502020204030203" pitchFamily="34" charset="0"/>
              </a:defRPr>
            </a:lvl3pPr>
            <a:lvl4pPr marL="1323975" indent="-258763" defTabSz="590550" eaLnBrk="1" hangingPunct="1">
              <a:lnSpc>
                <a:spcPct val="95000"/>
              </a:lnSpc>
              <a:spcBef>
                <a:spcPct val="30000"/>
              </a:spcBef>
              <a:buClr>
                <a:srgbClr val="D7000F"/>
              </a:buClr>
              <a:buSzPct val="70000"/>
              <a:buFont typeface="Wingdings 2" panose="05020102010507070707" pitchFamily="18" charset="2"/>
              <a:buChar char="¡"/>
              <a:defRPr sz="1600">
                <a:latin typeface="Lato" panose="020F0502020204030203" pitchFamily="34" charset="0"/>
                <a:ea typeface="Lato" panose="020F0502020204030203" pitchFamily="34" charset="0"/>
                <a:cs typeface="Lato" panose="020F0502020204030203" pitchFamily="34" charset="0"/>
              </a:defRPr>
            </a:lvl4pPr>
            <a:lvl5pPr marL="1550988" indent="-225425" defTabSz="590550" eaLnBrk="1" hangingPunct="1">
              <a:lnSpc>
                <a:spcPct val="95000"/>
              </a:lnSpc>
              <a:spcBef>
                <a:spcPct val="20000"/>
              </a:spcBef>
              <a:buClr>
                <a:srgbClr val="D7000F"/>
              </a:buClr>
              <a:buSzPct val="70000"/>
              <a:buFont typeface="Wingdings 2" panose="05020102010507070707" pitchFamily="18" charset="2"/>
              <a:buChar char="¡"/>
              <a:defRPr sz="1300">
                <a:latin typeface="Lato" panose="020F0502020204030203" pitchFamily="34" charset="0"/>
                <a:ea typeface="Lato" panose="020F0502020204030203" pitchFamily="34" charset="0"/>
                <a:cs typeface="Lato" panose="020F0502020204030203" pitchFamily="34" charset="0"/>
              </a:defRPr>
            </a:lvl5pPr>
            <a:lvl6pPr marL="20081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6pPr>
            <a:lvl7pPr marL="24653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7pPr>
            <a:lvl8pPr marL="29225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8pPr>
            <a:lvl9pPr marL="33797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9pPr>
          </a:lstStyle>
          <a:p>
            <a:pPr>
              <a:lnSpc>
                <a:spcPct val="120000"/>
              </a:lnSpc>
              <a:spcBef>
                <a:spcPts val="1000"/>
              </a:spcBef>
            </a:pPr>
            <a:r>
              <a:rPr lang="zh-CN" altLang="en-US" sz="1800" dirty="0">
                <a:latin typeface="Lato" panose="020F0502020204030203" pitchFamily="34" charset="0"/>
                <a:ea typeface="黑体" panose="02010609060101010101" pitchFamily="49" charset="-122"/>
                <a:cs typeface="Arial" panose="020B0604020202020204" pitchFamily="34" charset="0"/>
              </a:rPr>
              <a:t>本轮行情散户投资者的开户热情仍显著低于</a:t>
            </a:r>
            <a:r>
              <a:rPr lang="en-US" altLang="zh-CN" sz="1800" dirty="0">
                <a:latin typeface="Lato" panose="020F0502020204030203" pitchFamily="34" charset="0"/>
                <a:ea typeface="Lato" panose="020F0502020204030203" pitchFamily="34" charset="0"/>
                <a:cs typeface="Arial" panose="020B0604020202020204" pitchFamily="34" charset="0"/>
              </a:rPr>
              <a:t>2024</a:t>
            </a:r>
            <a:r>
              <a:rPr lang="zh-CN" altLang="en-US" sz="1800" dirty="0">
                <a:latin typeface="Lato" panose="020F0502020204030203" pitchFamily="34" charset="0"/>
                <a:ea typeface="黑体" panose="02010609060101010101" pitchFamily="49" charset="-122"/>
                <a:cs typeface="Arial" panose="020B0604020202020204" pitchFamily="34" charset="0"/>
              </a:rPr>
              <a:t>年</a:t>
            </a:r>
            <a:r>
              <a:rPr lang="en-US" altLang="zh-CN" sz="1800" dirty="0">
                <a:latin typeface="Lato" panose="020F0502020204030203" pitchFamily="34" charset="0"/>
                <a:ea typeface="Lato" panose="020F0502020204030203" pitchFamily="34" charset="0"/>
                <a:cs typeface="Arial" panose="020B0604020202020204" pitchFamily="34" charset="0"/>
              </a:rPr>
              <a:t>10</a:t>
            </a:r>
            <a:r>
              <a:rPr lang="zh-CN" altLang="en-US" sz="1800" dirty="0">
                <a:latin typeface="Lato" panose="020F0502020204030203" pitchFamily="34" charset="0"/>
                <a:ea typeface="黑体" panose="02010609060101010101" pitchFamily="49" charset="-122"/>
                <a:cs typeface="Arial" panose="020B0604020202020204" pitchFamily="34" charset="0"/>
              </a:rPr>
              <a:t>月和</a:t>
            </a:r>
            <a:r>
              <a:rPr lang="en-US" altLang="zh-CN" sz="1800" dirty="0">
                <a:latin typeface="Lato" panose="020F0502020204030203" pitchFamily="34" charset="0"/>
                <a:ea typeface="Lato" panose="020F0502020204030203" pitchFamily="34" charset="0"/>
                <a:cs typeface="Arial" panose="020B0604020202020204" pitchFamily="34" charset="0"/>
              </a:rPr>
              <a:t>2015</a:t>
            </a:r>
            <a:r>
              <a:rPr lang="zh-CN" altLang="en-US" sz="1800" dirty="0">
                <a:latin typeface="Lato" panose="020F0502020204030203" pitchFamily="34" charset="0"/>
                <a:ea typeface="黑体" panose="02010609060101010101" pitchFamily="49" charset="-122"/>
                <a:cs typeface="Arial" panose="020B0604020202020204" pitchFamily="34" charset="0"/>
              </a:rPr>
              <a:t>年。</a:t>
            </a:r>
            <a:endParaRPr lang="en-US" altLang="zh-CN" sz="1800" dirty="0">
              <a:latin typeface="Lato" panose="020F0502020204030203" pitchFamily="34" charset="0"/>
              <a:ea typeface="Lato" panose="020F0502020204030203" pitchFamily="34" charset="0"/>
              <a:cs typeface="Arial" panose="020B0604020202020204" pitchFamily="34" charset="0"/>
            </a:endParaRPr>
          </a:p>
          <a:p>
            <a:pPr>
              <a:lnSpc>
                <a:spcPct val="120000"/>
              </a:lnSpc>
              <a:spcBef>
                <a:spcPts val="1000"/>
              </a:spcBef>
            </a:pPr>
            <a:r>
              <a:rPr lang="zh-CN" altLang="en-US" sz="1800" dirty="0">
                <a:latin typeface="Lato" panose="020F0502020204030203" pitchFamily="34" charset="0"/>
                <a:ea typeface="黑体" panose="02010609060101010101" pitchFamily="49" charset="-122"/>
                <a:cs typeface="Arial" panose="020B0604020202020204" pitchFamily="34" charset="0"/>
              </a:rPr>
              <a:t>高净值人群在资产荒背景下增投权益资产的趋势更明显，积极寻求布局难以直接投资的战略新兴行业。</a:t>
            </a:r>
            <a:endParaRPr lang="en-US" altLang="zh-CN" sz="1800" dirty="0">
              <a:latin typeface="Lato" panose="020F0502020204030203" pitchFamily="34" charset="0"/>
              <a:ea typeface="Lato" panose="020F0502020204030203" pitchFamily="34" charset="0"/>
              <a:cs typeface="Arial" panose="020B0604020202020204" pitchFamily="34" charset="0"/>
            </a:endParaRPr>
          </a:p>
        </p:txBody>
      </p:sp>
      <p:sp>
        <p:nvSpPr>
          <p:cNvPr id="10"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6937499" y="6737350"/>
            <a:ext cx="5760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资料来源：对中信证券渠道调研，中信证券研究部</a:t>
            </a:r>
          </a:p>
        </p:txBody>
      </p:sp>
      <p:graphicFrame>
        <p:nvGraphicFramePr>
          <p:cNvPr id="13" name="表格 12">
            <a:extLst>
              <a:ext uri="{FF2B5EF4-FFF2-40B4-BE49-F238E27FC236}">
                <a16:creationId xmlns:a16="http://schemas.microsoft.com/office/drawing/2014/main" id="{19A5721B-FFAB-8233-E4BF-C53E49ED9633}"/>
              </a:ext>
            </a:extLst>
          </p:cNvPr>
          <p:cNvGraphicFramePr>
            <a:graphicFrameLocks noGrp="1"/>
          </p:cNvGraphicFramePr>
          <p:nvPr>
            <p:extLst>
              <p:ext uri="{D42A27DB-BD31-4B8C-83A1-F6EECF244321}">
                <p14:modId xmlns:p14="http://schemas.microsoft.com/office/powerpoint/2010/main" val="3177715601"/>
              </p:ext>
            </p:extLst>
          </p:nvPr>
        </p:nvGraphicFramePr>
        <p:xfrm>
          <a:off x="6865938" y="2696134"/>
          <a:ext cx="6192837" cy="3824868"/>
        </p:xfrm>
        <a:graphic>
          <a:graphicData uri="http://schemas.openxmlformats.org/drawingml/2006/table">
            <a:tbl>
              <a:tblPr/>
              <a:tblGrid>
                <a:gridCol w="1287232">
                  <a:extLst>
                    <a:ext uri="{9D8B030D-6E8A-4147-A177-3AD203B41FA5}">
                      <a16:colId xmlns:a16="http://schemas.microsoft.com/office/drawing/2014/main" val="2258575171"/>
                    </a:ext>
                  </a:extLst>
                </a:gridCol>
                <a:gridCol w="643866">
                  <a:extLst>
                    <a:ext uri="{9D8B030D-6E8A-4147-A177-3AD203B41FA5}">
                      <a16:colId xmlns:a16="http://schemas.microsoft.com/office/drawing/2014/main" val="2401716731"/>
                    </a:ext>
                  </a:extLst>
                </a:gridCol>
                <a:gridCol w="4261739">
                  <a:extLst>
                    <a:ext uri="{9D8B030D-6E8A-4147-A177-3AD203B41FA5}">
                      <a16:colId xmlns:a16="http://schemas.microsoft.com/office/drawing/2014/main" val="2874930211"/>
                    </a:ext>
                  </a:extLst>
                </a:gridCol>
              </a:tblGrid>
              <a:tr h="164146">
                <a:tc>
                  <a:txBody>
                    <a:bodyPr/>
                    <a:lstStyle/>
                    <a:p>
                      <a:pPr algn="ctr">
                        <a:lnSpc>
                          <a:spcPts val="1200"/>
                        </a:lnSpc>
                        <a:buNone/>
                      </a:pPr>
                      <a:r>
                        <a:rPr lang="zh-CN" sz="1050" b="1"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客户类型</a:t>
                      </a:r>
                      <a:endPar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no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ctr">
                        <a:lnSpc>
                          <a:spcPts val="1200"/>
                        </a:lnSpc>
                        <a:buNone/>
                      </a:pPr>
                      <a:r>
                        <a:rPr lang="zh-CN" sz="1050" b="1"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endPar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no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ctr">
                        <a:lnSpc>
                          <a:spcPts val="1200"/>
                        </a:lnSpc>
                        <a:buNone/>
                      </a:pPr>
                      <a:r>
                        <a:rPr lang="zh-CN" altLang="en-US" sz="1050" b="1"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个人</a:t>
                      </a:r>
                      <a:r>
                        <a:rPr lang="zh-CN" sz="1050" b="1"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投资思路</a:t>
                      </a:r>
                      <a:endPar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no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3004187450"/>
                  </a:ext>
                </a:extLst>
              </a:tr>
              <a:tr h="337426">
                <a:tc rowSpan="3">
                  <a:txBody>
                    <a:bodyPr/>
                    <a:lstStyle/>
                    <a:p>
                      <a:pPr algn="ctr">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实业企业主</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ctr">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1</a:t>
                      </a:r>
                      <a:endPar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寻找中国的</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MEG7</a:t>
                      </a: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，集中买入优质龙头，享受牛市贝塔；以小规模、多股票零散投资于主题股票和小型成长股。</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1409001709"/>
                  </a:ext>
                </a:extLst>
              </a:tr>
              <a:tr h="424065">
                <a:tc vMerge="1">
                  <a:txBody>
                    <a:bodyPr/>
                    <a:lstStyle/>
                    <a:p>
                      <a:endParaRPr lang="zh-CN" altLang="en-US"/>
                    </a:p>
                  </a:txBody>
                  <a:tcPr/>
                </a:tc>
                <a:tc>
                  <a:txBody>
                    <a:bodyPr/>
                    <a:lstStyle/>
                    <a:p>
                      <a:pPr algn="ctr">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2</a:t>
                      </a:r>
                      <a:endPar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成熟的家办模式，进行全球配置投资；二级产品配置以量化和对冲基金为主；会利用</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ETF</a:t>
                      </a: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进行择时。</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946253332"/>
                  </a:ext>
                </a:extLst>
              </a:tr>
              <a:tr h="424065">
                <a:tc vMerge="1">
                  <a:txBody>
                    <a:bodyPr/>
                    <a:lstStyle/>
                    <a:p>
                      <a:endParaRPr lang="zh-CN" altLang="en-US"/>
                    </a:p>
                  </a:txBody>
                  <a:tcPr/>
                </a:tc>
                <a:tc>
                  <a:txBody>
                    <a:bodyPr/>
                    <a:lstStyle/>
                    <a:p>
                      <a:pPr algn="ctr">
                        <a:lnSpc>
                          <a:spcPts val="1200"/>
                        </a:lnSpc>
                        <a:buNone/>
                      </a:pPr>
                      <a:r>
                        <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3</a:t>
                      </a:r>
                      <a:endPar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喜欢买众所周知的品牌股票，集中在消费股（特别是身边看得见的）和互联网股。做大择时，市场逆风过去后积极买入，否则空仓。</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4278627166"/>
                  </a:ext>
                </a:extLst>
              </a:tr>
              <a:tr h="337426">
                <a:tc rowSpan="2">
                  <a:txBody>
                    <a:bodyPr/>
                    <a:lstStyle/>
                    <a:p>
                      <a:pPr algn="ctr">
                        <a:lnSpc>
                          <a:spcPts val="1200"/>
                        </a:lnSpc>
                        <a:buNone/>
                      </a:pPr>
                      <a:r>
                        <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龙头公司高管</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ctr">
                        <a:lnSpc>
                          <a:spcPts val="1200"/>
                        </a:lnSpc>
                        <a:buNone/>
                      </a:pPr>
                      <a:r>
                        <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4</a:t>
                      </a:r>
                      <a:endPar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分散投资多类别的周期股票，特别是工业金属和能源金属。因为自身以前负责公司采购，对原材料价格敏感。</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3439063759"/>
                  </a:ext>
                </a:extLst>
              </a:tr>
              <a:tr h="307379">
                <a:tc vMerge="1">
                  <a:txBody>
                    <a:bodyPr/>
                    <a:lstStyle/>
                    <a:p>
                      <a:endParaRPr lang="zh-CN" altLang="en-US"/>
                    </a:p>
                  </a:txBody>
                  <a:tcPr/>
                </a:tc>
                <a:tc>
                  <a:txBody>
                    <a:bodyPr/>
                    <a:lstStyle/>
                    <a:p>
                      <a:pPr algn="ctr">
                        <a:lnSpc>
                          <a:spcPts val="1200"/>
                        </a:lnSpc>
                        <a:buNone/>
                      </a:pPr>
                      <a:r>
                        <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5</a:t>
                      </a:r>
                      <a:endPar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尽可能买入可以睡得着的核心资产，在大跌时买入，多利用衍生品保护如个股</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FCN</a:t>
                      </a: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等。</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2499442184"/>
                  </a:ext>
                </a:extLst>
              </a:tr>
              <a:tr h="337426">
                <a:tc rowSpan="3">
                  <a:txBody>
                    <a:bodyPr/>
                    <a:lstStyle/>
                    <a:p>
                      <a:pPr algn="ctr">
                        <a:lnSpc>
                          <a:spcPts val="1200"/>
                        </a:lnSpc>
                        <a:buNone/>
                      </a:pPr>
                      <a:r>
                        <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资金来自实业背景的专业投资人</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ctr">
                        <a:lnSpc>
                          <a:spcPts val="1200"/>
                        </a:lnSpc>
                        <a:buNone/>
                      </a:pPr>
                      <a:r>
                        <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6</a:t>
                      </a:r>
                      <a:endPar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中美大主题联动，寻找全球主题，集中买入龙头标的，叠加部分弹性标的，偏向硬科技、互联网。</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2864664469"/>
                  </a:ext>
                </a:extLst>
              </a:tr>
              <a:tr h="337426">
                <a:tc vMerge="1">
                  <a:txBody>
                    <a:bodyPr/>
                    <a:lstStyle/>
                    <a:p>
                      <a:endParaRPr lang="zh-CN" altLang="en-US"/>
                    </a:p>
                  </a:txBody>
                  <a:tcPr/>
                </a:tc>
                <a:tc>
                  <a:txBody>
                    <a:bodyPr/>
                    <a:lstStyle/>
                    <a:p>
                      <a:pPr algn="ctr">
                        <a:lnSpc>
                          <a:spcPts val="1200"/>
                        </a:lnSpc>
                        <a:buNone/>
                      </a:pPr>
                      <a:r>
                        <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7</a:t>
                      </a:r>
                      <a:endPar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美股遴选</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20</a:t>
                      </a: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只股票分散投资，长期持有；</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A</a:t>
                      </a: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股以波浪理论进行主题投资，行业看好则先平铺买入进而去弱留强。</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1543828804"/>
                  </a:ext>
                </a:extLst>
              </a:tr>
              <a:tr h="424065">
                <a:tc vMerge="1">
                  <a:txBody>
                    <a:bodyPr/>
                    <a:lstStyle/>
                    <a:p>
                      <a:endParaRPr lang="zh-CN" altLang="en-US"/>
                    </a:p>
                  </a:txBody>
                  <a:tcPr/>
                </a:tc>
                <a:tc>
                  <a:txBody>
                    <a:bodyPr/>
                    <a:lstStyle/>
                    <a:p>
                      <a:pPr algn="ctr">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8</a:t>
                      </a:r>
                      <a:endPar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港股以长期持仓为主，主要是消费红利类股票；</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A</a:t>
                      </a: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股持仓集中在创业板和科创板，只买科技股，只买确定性趋势，并积极择时。</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1749614249"/>
                  </a:ext>
                </a:extLst>
              </a:tr>
              <a:tr h="424065">
                <a:tc rowSpan="2">
                  <a:txBody>
                    <a:bodyPr/>
                    <a:lstStyle/>
                    <a:p>
                      <a:pPr algn="ctr">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前投资机构高管</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ctr">
                        <a:lnSpc>
                          <a:spcPts val="1200"/>
                        </a:lnSpc>
                        <a:buNone/>
                      </a:pPr>
                      <a:r>
                        <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rPr>
                        <a:t>9</a:t>
                      </a:r>
                      <a:endParaRPr lang="zh-CN" sz="1050" kern="100" baseline="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利用产业资源确认赛道信息，确认景气度，买入即持有一年以上直到成为机构共识票后卖出，集中在消费电子、半导体等广东优势领域产业。</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2671534403"/>
                  </a:ext>
                </a:extLst>
              </a:tr>
              <a:tr h="307379">
                <a:tc vMerge="1">
                  <a:txBody>
                    <a:bodyPr/>
                    <a:lstStyle/>
                    <a:p>
                      <a:endParaRPr lang="zh-CN" altLang="en-US"/>
                    </a:p>
                  </a:txBody>
                  <a:tcPr/>
                </a:tc>
                <a:tc>
                  <a:txBody>
                    <a:bodyPr/>
                    <a:lstStyle/>
                    <a:p>
                      <a:pPr algn="ctr">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客户</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10</a:t>
                      </a:r>
                      <a:endPar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endParaRP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tc>
                  <a:txBody>
                    <a:bodyPr/>
                    <a:lstStyle/>
                    <a:p>
                      <a:pPr algn="just">
                        <a:lnSpc>
                          <a:spcPts val="1200"/>
                        </a:lnSpc>
                        <a:buNone/>
                      </a:pP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中美仓位各一半，买美国龙头</a:t>
                      </a:r>
                      <a:r>
                        <a:rPr lang="en-US"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a:t>
                      </a:r>
                      <a:r>
                        <a:rPr lang="zh-CN" sz="1050" kern="100" baseline="0" dirty="0">
                          <a:solidFill>
                            <a:schemeClr val="tx1"/>
                          </a:solidFill>
                          <a:effectLst/>
                          <a:latin typeface="Arial" panose="020B0604020202020204" pitchFamily="34" charset="0"/>
                          <a:ea typeface="黑体" panose="02010609060101010101" pitchFamily="49" charset="-122"/>
                          <a:cs typeface="Arial" panose="020B0604020202020204" pitchFamily="34" charset="0"/>
                        </a:rPr>
                        <a:t>中国映射或产业链，集中在科技股、医药股和加密货币。</a:t>
                      </a:r>
                    </a:p>
                  </a:txBody>
                  <a:tcPr marL="45707" marR="45707" marT="0" marB="0" anchor="ctr">
                    <a:lnL>
                      <a:noFill/>
                    </a:lnL>
                    <a:lnR>
                      <a:noFill/>
                    </a:lnR>
                    <a:lnT w="12700" cap="flat" cmpd="sng" algn="ctr">
                      <a:solidFill>
                        <a:srgbClr val="2A408B"/>
                      </a:solidFill>
                      <a:prstDash val="solid"/>
                      <a:round/>
                      <a:headEnd type="none" w="med" len="med"/>
                      <a:tailEnd type="none" w="med" len="med"/>
                    </a:lnT>
                    <a:lnB w="12700" cap="flat" cmpd="sng" algn="ctr">
                      <a:solidFill>
                        <a:srgbClr val="2A408B"/>
                      </a:solidFill>
                      <a:prstDash val="solid"/>
                      <a:round/>
                      <a:headEnd type="none" w="med" len="med"/>
                      <a:tailEnd type="none" w="med" len="med"/>
                    </a:lnB>
                    <a:noFill/>
                  </a:tcPr>
                </a:tc>
                <a:extLst>
                  <a:ext uri="{0D108BD9-81ED-4DB2-BD59-A6C34878D82A}">
                    <a16:rowId xmlns:a16="http://schemas.microsoft.com/office/drawing/2014/main" val="700307537"/>
                  </a:ext>
                </a:extLst>
              </a:tr>
            </a:tbl>
          </a:graphicData>
        </a:graphic>
      </p:graphicFrame>
      <p:cxnSp>
        <p:nvCxnSpPr>
          <p:cNvPr id="8" name="直接连接符 7"/>
          <p:cNvCxnSpPr/>
          <p:nvPr/>
        </p:nvCxnSpPr>
        <p:spPr bwMode="auto">
          <a:xfrm>
            <a:off x="386735" y="6521002"/>
            <a:ext cx="6192000" cy="0"/>
          </a:xfrm>
          <a:prstGeom prst="line">
            <a:avLst/>
          </a:prstGeom>
          <a:solidFill>
            <a:schemeClr val="accent1"/>
          </a:solidFill>
          <a:ln w="19050" cap="flat" cmpd="sng" algn="ctr">
            <a:solidFill>
              <a:srgbClr val="5065A6"/>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2" name="图表 11">
            <a:extLst>
              <a:ext uri="{FF2B5EF4-FFF2-40B4-BE49-F238E27FC236}">
                <a16:creationId xmlns:a16="http://schemas.microsoft.com/office/drawing/2014/main" id="{41F29C76-C9D5-F1A9-18B2-4AEBE8B3AAFE}"/>
              </a:ext>
            </a:extLst>
          </p:cNvPr>
          <p:cNvGraphicFramePr/>
          <p:nvPr>
            <p:extLst>
              <p:ext uri="{D42A27DB-BD31-4B8C-83A1-F6EECF244321}">
                <p14:modId xmlns:p14="http://schemas.microsoft.com/office/powerpoint/2010/main" val="2069664403"/>
              </p:ext>
            </p:extLst>
          </p:nvPr>
        </p:nvGraphicFramePr>
        <p:xfrm>
          <a:off x="426559" y="2770414"/>
          <a:ext cx="5540702" cy="37505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37694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A80711D-CCBE-9DA2-1569-A78A3AE6AD10}"/>
              </a:ext>
            </a:extLst>
          </p:cNvPr>
          <p:cNvSpPr txBox="1">
            <a:spLocks/>
          </p:cNvSpPr>
          <p:nvPr/>
        </p:nvSpPr>
        <p:spPr>
          <a:xfrm>
            <a:off x="384174" y="36215"/>
            <a:ext cx="13058775" cy="874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lvl1pPr algn="l" defTabSz="995363" rtl="0" eaLnBrk="1" fontAlgn="base" hangingPunct="1">
              <a:spcBef>
                <a:spcPct val="0"/>
              </a:spcBef>
              <a:spcAft>
                <a:spcPct val="0"/>
              </a:spcAft>
              <a:defRPr sz="3500">
                <a:solidFill>
                  <a:srgbClr val="000066"/>
                </a:solidFill>
                <a:latin typeface="Lato Heavy" panose="020F0502020204030203" pitchFamily="34" charset="0"/>
                <a:ea typeface="Lato Heavy" panose="020F0502020204030203" pitchFamily="34" charset="0"/>
                <a:cs typeface="Lato Heavy" panose="020F0502020204030203"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zh-CN" altLang="en-US" sz="3000" b="1" kern="0" dirty="0">
                <a:latin typeface="Lato" panose="020F0502020204030203" pitchFamily="34" charset="0"/>
                <a:ea typeface="黑体" panose="02010609060101010101" pitchFamily="49" charset="-122"/>
                <a:cs typeface="Arial" panose="020B0604020202020204" pitchFamily="34" charset="0"/>
              </a:rPr>
              <a:t>标题</a:t>
            </a:r>
            <a:endParaRPr lang="en-GB" sz="3000" b="1" kern="0" dirty="0">
              <a:latin typeface="Lato" panose="020F0502020204030203" pitchFamily="34" charset="0"/>
              <a:ea typeface="黑体" panose="02010609060101010101" pitchFamily="49" charset="-122"/>
              <a:cs typeface="Arial" panose="020B0604020202020204" pitchFamily="34" charset="0"/>
            </a:endParaRPr>
          </a:p>
        </p:txBody>
      </p:sp>
      <p:sp>
        <p:nvSpPr>
          <p:cNvPr id="4" name="内容占位符 9">
            <a:extLst>
              <a:ext uri="{FF2B5EF4-FFF2-40B4-BE49-F238E27FC236}">
                <a16:creationId xmlns:a16="http://schemas.microsoft.com/office/drawing/2014/main" id="{4D49B562-2336-6D50-4A8A-3B81BB8B16E5}"/>
              </a:ext>
            </a:extLst>
          </p:cNvPr>
          <p:cNvSpPr txBox="1">
            <a:spLocks/>
          </p:cNvSpPr>
          <p:nvPr/>
        </p:nvSpPr>
        <p:spPr>
          <a:xfrm>
            <a:off x="360768" y="1184755"/>
            <a:ext cx="12769419" cy="815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US"/>
            </a:defPPr>
            <a:lvl1pPr marL="385763" indent="-385763" defTabSz="590550" eaLnBrk="1" hangingPunct="1">
              <a:lnSpc>
                <a:spcPct val="95000"/>
              </a:lnSpc>
              <a:spcBef>
                <a:spcPct val="85000"/>
              </a:spcBef>
              <a:buClr>
                <a:srgbClr val="D7000F"/>
              </a:buClr>
              <a:buSzPct val="100000"/>
              <a:buFont typeface="Wingdings 2" panose="05020102010507070707" pitchFamily="18" charset="2"/>
              <a:buChar char=""/>
              <a:defRPr sz="1800" b="0" kern="0">
                <a:latin typeface="Lato" panose="020F0502020204030203" pitchFamily="34" charset="0"/>
                <a:ea typeface="黑体" panose="02010609060101010101" pitchFamily="49" charset="-122"/>
                <a:cs typeface="Lato" panose="020F0502020204030203" pitchFamily="34" charset="0"/>
              </a:defRPr>
            </a:lvl1pPr>
            <a:lvl2pPr marL="735013" indent="-347663" defTabSz="590550" eaLnBrk="1" hangingPunct="1">
              <a:lnSpc>
                <a:spcPct val="95000"/>
              </a:lnSpc>
              <a:spcBef>
                <a:spcPct val="50000"/>
              </a:spcBef>
              <a:buClr>
                <a:srgbClr val="D7000F"/>
              </a:buClr>
              <a:buSzPct val="80000"/>
              <a:buFont typeface="Wingdings 2" panose="05020102010507070707" pitchFamily="18" charset="2"/>
              <a:buChar char="¡"/>
              <a:defRPr sz="2200">
                <a:latin typeface="Lato" panose="020F0502020204030203" pitchFamily="34" charset="0"/>
                <a:ea typeface="Lato" panose="020F0502020204030203" pitchFamily="34" charset="0"/>
                <a:cs typeface="Lato" panose="020F0502020204030203" pitchFamily="34" charset="0"/>
              </a:defRPr>
            </a:lvl2pPr>
            <a:lvl3pPr marL="1063625" indent="-327025" defTabSz="590550" eaLnBrk="1" hangingPunct="1">
              <a:lnSpc>
                <a:spcPct val="95000"/>
              </a:lnSpc>
              <a:spcBef>
                <a:spcPct val="40000"/>
              </a:spcBef>
              <a:buClr>
                <a:srgbClr val="D7000F"/>
              </a:buClr>
              <a:buSzPct val="70000"/>
              <a:buFont typeface="Wingdings 2" panose="05020102010507070707" pitchFamily="18" charset="2"/>
              <a:buChar char="¡"/>
              <a:defRPr sz="2000">
                <a:latin typeface="Lato" panose="020F0502020204030203" pitchFamily="34" charset="0"/>
                <a:ea typeface="Lato" panose="020F0502020204030203" pitchFamily="34" charset="0"/>
                <a:cs typeface="Lato" panose="020F0502020204030203" pitchFamily="34" charset="0"/>
              </a:defRPr>
            </a:lvl3pPr>
            <a:lvl4pPr marL="1323975" indent="-258763" defTabSz="590550" eaLnBrk="1" hangingPunct="1">
              <a:lnSpc>
                <a:spcPct val="95000"/>
              </a:lnSpc>
              <a:spcBef>
                <a:spcPct val="30000"/>
              </a:spcBef>
              <a:buClr>
                <a:srgbClr val="D7000F"/>
              </a:buClr>
              <a:buSzPct val="70000"/>
              <a:buFont typeface="Wingdings 2" panose="05020102010507070707" pitchFamily="18" charset="2"/>
              <a:buChar char="¡"/>
              <a:defRPr sz="1600">
                <a:latin typeface="Lato" panose="020F0502020204030203" pitchFamily="34" charset="0"/>
                <a:ea typeface="Lato" panose="020F0502020204030203" pitchFamily="34" charset="0"/>
                <a:cs typeface="Lato" panose="020F0502020204030203" pitchFamily="34" charset="0"/>
              </a:defRPr>
            </a:lvl4pPr>
            <a:lvl5pPr marL="1550988" indent="-225425" defTabSz="590550" eaLnBrk="1" hangingPunct="1">
              <a:lnSpc>
                <a:spcPct val="95000"/>
              </a:lnSpc>
              <a:spcBef>
                <a:spcPct val="20000"/>
              </a:spcBef>
              <a:buClr>
                <a:srgbClr val="D7000F"/>
              </a:buClr>
              <a:buSzPct val="70000"/>
              <a:buFont typeface="Wingdings 2" panose="05020102010507070707" pitchFamily="18" charset="2"/>
              <a:buChar char="¡"/>
              <a:defRPr sz="1300">
                <a:latin typeface="Lato" panose="020F0502020204030203" pitchFamily="34" charset="0"/>
                <a:ea typeface="Lato" panose="020F0502020204030203" pitchFamily="34" charset="0"/>
                <a:cs typeface="Lato" panose="020F0502020204030203" pitchFamily="34" charset="0"/>
              </a:defRPr>
            </a:lvl5pPr>
            <a:lvl6pPr marL="20081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6pPr>
            <a:lvl7pPr marL="24653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7pPr>
            <a:lvl8pPr marL="29225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8pPr>
            <a:lvl9pPr marL="3379788" indent="-225425" defTabSz="590550" fontAlgn="base">
              <a:lnSpc>
                <a:spcPct val="95000"/>
              </a:lnSpc>
              <a:spcBef>
                <a:spcPct val="20000"/>
              </a:spcBef>
              <a:spcAft>
                <a:spcPct val="0"/>
              </a:spcAft>
              <a:buClr>
                <a:srgbClr val="FFFF00"/>
              </a:buClr>
              <a:buSzPct val="70000"/>
              <a:buFont typeface="Wingdings" pitchFamily="2" charset="2"/>
              <a:buBlip>
                <a:blip r:embed="rId2"/>
              </a:buBlip>
              <a:defRPr sz="1300">
                <a:latin typeface="+mn-lt"/>
                <a:ea typeface="+mn-ea"/>
              </a:defRPr>
            </a:lvl9pPr>
          </a:lstStyle>
          <a:p>
            <a:pPr>
              <a:lnSpc>
                <a:spcPct val="120000"/>
              </a:lnSpc>
              <a:spcBef>
                <a:spcPts val="1000"/>
              </a:spcBef>
            </a:pPr>
            <a:r>
              <a:rPr lang="zh-CN" altLang="en-US" dirty="0">
                <a:cs typeface="Arial" panose="020B0604020202020204" pitchFamily="34" charset="0"/>
              </a:rPr>
              <a:t>要点</a:t>
            </a:r>
            <a:r>
              <a:rPr lang="en-US" altLang="zh-CN" dirty="0">
                <a:cs typeface="Arial" panose="020B0604020202020204" pitchFamily="34" charset="0"/>
              </a:rPr>
              <a:t>XXXXXXXXXXXX</a:t>
            </a:r>
            <a:endParaRPr lang="zh-CN" altLang="en-US" dirty="0">
              <a:cs typeface="Arial" panose="020B0604020202020204" pitchFamily="34" charset="0"/>
            </a:endParaRPr>
          </a:p>
        </p:txBody>
      </p:sp>
      <p:graphicFrame>
        <p:nvGraphicFramePr>
          <p:cNvPr id="5" name="图表 4">
            <a:extLst>
              <a:ext uri="{FF2B5EF4-FFF2-40B4-BE49-F238E27FC236}">
                <a16:creationId xmlns:a16="http://schemas.microsoft.com/office/drawing/2014/main" id="{78F28236-C7B8-5537-B28D-86C126B2499B}"/>
              </a:ext>
            </a:extLst>
          </p:cNvPr>
          <p:cNvGraphicFramePr/>
          <p:nvPr>
            <p:extLst>
              <p:ext uri="{D42A27DB-BD31-4B8C-83A1-F6EECF244321}">
                <p14:modId xmlns:p14="http://schemas.microsoft.com/office/powerpoint/2010/main" val="3637288421"/>
              </p:ext>
            </p:extLst>
          </p:nvPr>
        </p:nvGraphicFramePr>
        <p:xfrm>
          <a:off x="1032843" y="2628503"/>
          <a:ext cx="11161240" cy="3810751"/>
        </p:xfrm>
        <a:graphic>
          <a:graphicData uri="http://schemas.openxmlformats.org/drawingml/2006/chart">
            <c:chart xmlns:c="http://schemas.openxmlformats.org/drawingml/2006/chart" xmlns:r="http://schemas.openxmlformats.org/officeDocument/2006/relationships" r:id="rId3"/>
          </a:graphicData>
        </a:graphic>
      </p:graphicFrame>
      <p:sp>
        <p:nvSpPr>
          <p:cNvPr id="6" name="单圆角矩形 3">
            <a:extLst>
              <a:ext uri="{FF2B5EF4-FFF2-40B4-BE49-F238E27FC236}">
                <a16:creationId xmlns:a16="http://schemas.microsoft.com/office/drawing/2014/main" id="{B637851C-D275-9DCB-CA0E-CDE9B2D8D3A6}"/>
              </a:ext>
            </a:extLst>
          </p:cNvPr>
          <p:cNvSpPr/>
          <p:nvPr/>
        </p:nvSpPr>
        <p:spPr>
          <a:xfrm>
            <a:off x="386736" y="2321136"/>
            <a:ext cx="12672039" cy="266824"/>
          </a:xfrm>
          <a:prstGeom prst="round1Rect">
            <a:avLst>
              <a:gd name="adj" fmla="val 50000"/>
            </a:avLst>
          </a:prstGeom>
          <a:solidFill>
            <a:srgbClr val="356BA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gn="ctr"/>
            <a:r>
              <a:rPr lang="zh-CN" altLang="en-US" sz="1500" spc="20" dirty="0">
                <a:solidFill>
                  <a:schemeClr val="bg1"/>
                </a:solidFill>
                <a:latin typeface="Lato" panose="020F0502020204030203" pitchFamily="34" charset="0"/>
                <a:ea typeface="黑体" panose="02010609060101010101" pitchFamily="49" charset="-122"/>
                <a:cs typeface="Arial" panose="020B0604020202020204" pitchFamily="34" charset="0"/>
              </a:rPr>
              <a:t>图题</a:t>
            </a:r>
          </a:p>
        </p:txBody>
      </p:sp>
      <p:sp>
        <p:nvSpPr>
          <p:cNvPr id="7" name="Text Box 31">
            <a:extLst>
              <a:ext uri="{FF2B5EF4-FFF2-40B4-BE49-F238E27FC236}">
                <a16:creationId xmlns:a16="http://schemas.microsoft.com/office/drawing/2014/main" id="{21290791-6811-8D20-0E7C-E9CA60078F4E}"/>
              </a:ext>
            </a:extLst>
          </p:cNvPr>
          <p:cNvSpPr txBox="1">
            <a:spLocks noChangeArrowheads="1"/>
          </p:cNvSpPr>
          <p:nvPr/>
        </p:nvSpPr>
        <p:spPr bwMode="auto">
          <a:xfrm>
            <a:off x="381009" y="6737350"/>
            <a:ext cx="6196003"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Arial" panose="020B0604020202020204"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Arial" panose="020B0604020202020204" pitchFamily="34" charset="0"/>
              </a:rPr>
              <a:t>Wind</a:t>
            </a:r>
            <a:r>
              <a:rPr lang="zh-CN" altLang="en-US" sz="900" b="0" spc="20" dirty="0">
                <a:solidFill>
                  <a:srgbClr val="000066"/>
                </a:solidFill>
                <a:latin typeface="Lato" panose="020F0502020204030203" pitchFamily="34" charset="0"/>
                <a:ea typeface="黑体" panose="02010609060101010101" pitchFamily="49" charset="-122"/>
                <a:cs typeface="Arial" panose="020B0604020202020204" pitchFamily="34" charset="0"/>
              </a:rPr>
              <a:t>，中信证券研究部 注：数据截至</a:t>
            </a:r>
            <a:r>
              <a:rPr lang="en-US" altLang="zh-CN" sz="900" b="0" spc="20" dirty="0">
                <a:solidFill>
                  <a:srgbClr val="000066"/>
                </a:solidFill>
                <a:latin typeface="Lato" panose="020F0502020204030203" pitchFamily="34" charset="0"/>
                <a:ea typeface="黑体" panose="02010609060101010101" pitchFamily="49" charset="-122"/>
                <a:cs typeface="Arial" panose="020B0604020202020204" pitchFamily="34" charset="0"/>
              </a:rPr>
              <a:t>2025H1</a:t>
            </a:r>
          </a:p>
        </p:txBody>
      </p:sp>
    </p:spTree>
    <p:extLst>
      <p:ext uri="{BB962C8B-B14F-4D97-AF65-F5344CB8AC3E}">
        <p14:creationId xmlns:p14="http://schemas.microsoft.com/office/powerpoint/2010/main" val="2094439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602358D5-6782-81D0-4221-8A8E00D83441}"/>
              </a:ext>
            </a:extLst>
          </p:cNvPr>
          <p:cNvSpPr txBox="1">
            <a:spLocks/>
          </p:cNvSpPr>
          <p:nvPr/>
        </p:nvSpPr>
        <p:spPr>
          <a:xfrm>
            <a:off x="393550" y="1226776"/>
            <a:ext cx="6192000" cy="5472112"/>
          </a:xfrm>
          <a:prstGeom prst="rect">
            <a:avLst/>
          </a:prstGeom>
        </p:spPr>
        <p:txBody>
          <a:bodyPr lIns="0" tIns="0" rIns="0" bIns="0"/>
          <a:lstStyle>
            <a:lvl1pPr marL="385763" indent="-385763" algn="l" defTabSz="590550" rtl="0" eaLnBrk="1" fontAlgn="base" hangingPunct="1">
              <a:lnSpc>
                <a:spcPct val="95000"/>
              </a:lnSpc>
              <a:spcBef>
                <a:spcPct val="85000"/>
              </a:spcBef>
              <a:spcAft>
                <a:spcPct val="0"/>
              </a:spcAft>
              <a:buClr>
                <a:srgbClr val="000066"/>
              </a:buClr>
              <a:buFont typeface="Wingdings" panose="05000000000000000000" pitchFamily="2" charset="2"/>
              <a:buChar char="§"/>
              <a:defRPr sz="2600">
                <a:solidFill>
                  <a:srgbClr val="000066"/>
                </a:solidFill>
                <a:latin typeface="Lato" panose="020F0502020204030203" pitchFamily="34" charset="0"/>
                <a:ea typeface="Lato" panose="020F0502020204030203" pitchFamily="34" charset="0"/>
                <a:cs typeface="Lato" panose="020F0502020204030203" pitchFamily="34" charset="0"/>
              </a:defRPr>
            </a:lvl1pPr>
            <a:lvl2pPr marL="735013" indent="-347663" algn="l" defTabSz="590550" rtl="0" eaLnBrk="1" fontAlgn="base" hangingPunct="1">
              <a:lnSpc>
                <a:spcPct val="95000"/>
              </a:lnSpc>
              <a:spcBef>
                <a:spcPct val="50000"/>
              </a:spcBef>
              <a:spcAft>
                <a:spcPct val="0"/>
              </a:spcAft>
              <a:buClr>
                <a:srgbClr val="000066"/>
              </a:buClr>
              <a:buSzPct val="80000"/>
              <a:buFont typeface="Wingdings" panose="05000000000000000000" pitchFamily="2" charset="2"/>
              <a:buChar char="§"/>
              <a:defRPr sz="2200">
                <a:solidFill>
                  <a:srgbClr val="000066"/>
                </a:solidFill>
                <a:latin typeface="Lato" panose="020F0502020204030203" pitchFamily="34" charset="0"/>
                <a:ea typeface="Lato" panose="020F0502020204030203" pitchFamily="34" charset="0"/>
                <a:cs typeface="Lato" panose="020F0502020204030203" pitchFamily="34" charset="0"/>
              </a:defRPr>
            </a:lvl2pPr>
            <a:lvl3pPr marL="1063625" indent="-327025" algn="l" defTabSz="590550" rtl="0" eaLnBrk="1" fontAlgn="base" hangingPunct="1">
              <a:lnSpc>
                <a:spcPct val="95000"/>
              </a:lnSpc>
              <a:spcBef>
                <a:spcPct val="40000"/>
              </a:spcBef>
              <a:spcAft>
                <a:spcPct val="0"/>
              </a:spcAft>
              <a:buClr>
                <a:srgbClr val="000066"/>
              </a:buClr>
              <a:buSzPct val="70000"/>
              <a:buFont typeface="Wingdings" panose="05000000000000000000" pitchFamily="2" charset="2"/>
              <a:buChar char="§"/>
              <a:defRPr sz="2000">
                <a:solidFill>
                  <a:srgbClr val="000066"/>
                </a:solidFill>
                <a:latin typeface="Lato" panose="020F0502020204030203" pitchFamily="34" charset="0"/>
                <a:ea typeface="Lato" panose="020F0502020204030203" pitchFamily="34" charset="0"/>
                <a:cs typeface="Lato" panose="020F0502020204030203" pitchFamily="34" charset="0"/>
              </a:defRPr>
            </a:lvl3pPr>
            <a:lvl4pPr marL="1323975" indent="-258763" algn="l" defTabSz="590550" rtl="0" eaLnBrk="1" fontAlgn="base" hangingPunct="1">
              <a:lnSpc>
                <a:spcPct val="95000"/>
              </a:lnSpc>
              <a:spcBef>
                <a:spcPct val="30000"/>
              </a:spcBef>
              <a:spcAft>
                <a:spcPct val="0"/>
              </a:spcAft>
              <a:buClr>
                <a:srgbClr val="000066"/>
              </a:buClr>
              <a:buSzPct val="70000"/>
              <a:buFont typeface="Wingdings" panose="05000000000000000000" pitchFamily="2" charset="2"/>
              <a:buChar char="§"/>
              <a:defRPr sz="1600">
                <a:solidFill>
                  <a:srgbClr val="000066"/>
                </a:solidFill>
                <a:latin typeface="Lato" panose="020F0502020204030203" pitchFamily="34" charset="0"/>
                <a:ea typeface="Lato" panose="020F0502020204030203" pitchFamily="34" charset="0"/>
                <a:cs typeface="Lato" panose="020F0502020204030203" pitchFamily="34" charset="0"/>
              </a:defRPr>
            </a:lvl4pPr>
            <a:lvl5pPr marL="1550988" indent="-225425" algn="l" defTabSz="590550" rtl="0" eaLnBrk="1" fontAlgn="base" hangingPunct="1">
              <a:lnSpc>
                <a:spcPct val="95000"/>
              </a:lnSpc>
              <a:spcBef>
                <a:spcPct val="20000"/>
              </a:spcBef>
              <a:spcAft>
                <a:spcPct val="0"/>
              </a:spcAft>
              <a:buClr>
                <a:srgbClr val="000066"/>
              </a:buClr>
              <a:buSzPct val="70000"/>
              <a:buFont typeface="Wingdings" panose="05000000000000000000" pitchFamily="2" charset="2"/>
              <a:buChar char="§"/>
              <a:defRPr sz="1300">
                <a:solidFill>
                  <a:srgbClr val="000066"/>
                </a:solidFill>
                <a:latin typeface="Lato" panose="020F0502020204030203" pitchFamily="34" charset="0"/>
                <a:ea typeface="Lato" panose="020F0502020204030203" pitchFamily="34" charset="0"/>
                <a:cs typeface="Lato" panose="020F0502020204030203" pitchFamily="34" charset="0"/>
              </a:defRPr>
            </a:lvl5pPr>
            <a:lvl6pPr marL="20081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6pPr>
            <a:lvl7pPr marL="24653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7pPr>
            <a:lvl8pPr marL="29225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8pPr>
            <a:lvl9pPr marL="33797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9pPr>
          </a:lstStyle>
          <a:p>
            <a:pPr marR="0" lvl="0" algn="l" defTabSz="590550" rtl="0" eaLnBrk="1" fontAlgn="base" latinLnBrk="0" hangingPunct="1">
              <a:lnSpc>
                <a:spcPct val="95000"/>
              </a:lnSpc>
              <a:spcBef>
                <a:spcPct val="85000"/>
              </a:spcBef>
              <a:spcAft>
                <a:spcPct val="0"/>
              </a:spcAft>
              <a:buClr>
                <a:srgbClr val="D7000F"/>
              </a:buClr>
              <a:buSzTx/>
              <a:buFont typeface="Wingdings 2" panose="05020102010507070707" pitchFamily="18" charset="2"/>
              <a:buChar char="¡"/>
              <a:tabLst/>
              <a:defRPr/>
            </a:pPr>
            <a:r>
              <a:rPr kumimoji="0" lang="en-US" sz="2000" b="0" i="0" u="none" strike="noStrike" kern="0" cap="none" spc="20" normalizeH="0" noProof="0" dirty="0">
                <a:ln>
                  <a:noFill/>
                </a:ln>
                <a:effectLst/>
                <a:uLnTx/>
                <a:uFillTx/>
                <a:ea typeface="黑体" panose="02010609060101010101" pitchFamily="49" charset="-122"/>
                <a:cs typeface="Arial" panose="020B0604020202020204" pitchFamily="34" charset="0"/>
              </a:rPr>
              <a:t>Keep it short and simple!</a:t>
            </a:r>
          </a:p>
          <a:p>
            <a:pPr marR="0" lvl="1" algn="l" defTabSz="590550" rtl="0" eaLnBrk="1" fontAlgn="base" latinLnBrk="0" hangingPunct="1">
              <a:lnSpc>
                <a:spcPct val="100000"/>
              </a:lnSpc>
              <a:spcBef>
                <a:spcPts val="1000"/>
              </a:spcBef>
              <a:spcAft>
                <a:spcPct val="0"/>
              </a:spcAft>
              <a:buClr>
                <a:srgbClr val="D7000F"/>
              </a:buClr>
              <a:buSzPct val="80000"/>
              <a:buFont typeface="Wingdings 2" panose="05020102010507070707" pitchFamily="18" charset="2"/>
              <a:buChar char="¡"/>
              <a:tabLst/>
              <a:defRPr/>
            </a:pPr>
            <a:r>
              <a:rPr kumimoji="0" lang="en-US" sz="1800" b="0" i="0" u="none" strike="noStrike" kern="0" cap="none" spc="20" normalizeH="0" noProof="0" dirty="0">
                <a:ln>
                  <a:noFill/>
                </a:ln>
                <a:effectLst/>
                <a:uLnTx/>
                <a:uFillTx/>
                <a:ea typeface="黑体" panose="02010609060101010101" pitchFamily="49" charset="-122"/>
                <a:cs typeface="Arial" panose="020B0604020202020204" pitchFamily="34" charset="0"/>
              </a:rPr>
              <a:t>Only around six words per line</a:t>
            </a:r>
          </a:p>
          <a:p>
            <a:pPr marR="0" lvl="1" algn="l" defTabSz="590550" rtl="0" eaLnBrk="1" fontAlgn="base" latinLnBrk="0" hangingPunct="1">
              <a:lnSpc>
                <a:spcPct val="100000"/>
              </a:lnSpc>
              <a:spcBef>
                <a:spcPts val="1000"/>
              </a:spcBef>
              <a:spcAft>
                <a:spcPct val="0"/>
              </a:spcAft>
              <a:buClr>
                <a:srgbClr val="D7000F"/>
              </a:buClr>
              <a:buSzPct val="80000"/>
              <a:buFont typeface="Wingdings 2" panose="05020102010507070707" pitchFamily="18" charset="2"/>
              <a:buChar char="¡"/>
              <a:tabLst/>
              <a:defRPr/>
            </a:pPr>
            <a:r>
              <a:rPr kumimoji="0" lang="en-US" sz="1800" b="0" i="0" u="none" strike="noStrike" kern="0" cap="none" spc="20" normalizeH="0" noProof="0" dirty="0">
                <a:ln>
                  <a:noFill/>
                </a:ln>
                <a:effectLst/>
                <a:uLnTx/>
                <a:uFillTx/>
                <a:ea typeface="黑体" panose="02010609060101010101" pitchFamily="49" charset="-122"/>
                <a:cs typeface="Arial" panose="020B0604020202020204" pitchFamily="34" charset="0"/>
              </a:rPr>
              <a:t>More than that is too wordy</a:t>
            </a:r>
          </a:p>
          <a:p>
            <a:pPr marR="0" lvl="0" algn="l" defTabSz="590550" rtl="0" eaLnBrk="1" fontAlgn="base" latinLnBrk="0" hangingPunct="1">
              <a:lnSpc>
                <a:spcPct val="100000"/>
              </a:lnSpc>
              <a:spcBef>
                <a:spcPts val="2000"/>
              </a:spcBef>
              <a:spcAft>
                <a:spcPct val="0"/>
              </a:spcAft>
              <a:buClr>
                <a:srgbClr val="D7000F"/>
              </a:buClr>
              <a:buSzTx/>
              <a:buFont typeface="Wingdings 2" panose="05020102010507070707" pitchFamily="18" charset="2"/>
              <a:buChar char="¡"/>
              <a:tabLst/>
              <a:defRPr/>
            </a:pPr>
            <a:r>
              <a:rPr kumimoji="0" lang="en-US" sz="2000" b="0" i="0" u="none" strike="noStrike" kern="0" cap="none" spc="20" normalizeH="0" noProof="0" dirty="0">
                <a:ln>
                  <a:noFill/>
                </a:ln>
                <a:effectLst/>
                <a:uLnTx/>
                <a:uFillTx/>
                <a:ea typeface="黑体" panose="02010609060101010101" pitchFamily="49" charset="-122"/>
                <a:cs typeface="Arial" panose="020B0604020202020204" pitchFamily="34" charset="0"/>
              </a:rPr>
              <a:t>Slides are just roadmaps</a:t>
            </a:r>
          </a:p>
          <a:p>
            <a:pPr marR="0" lvl="1" algn="l" defTabSz="590550" rtl="0" eaLnBrk="1" fontAlgn="base" latinLnBrk="0" hangingPunct="1">
              <a:lnSpc>
                <a:spcPct val="95000"/>
              </a:lnSpc>
              <a:spcBef>
                <a:spcPct val="50000"/>
              </a:spcBef>
              <a:spcAft>
                <a:spcPct val="0"/>
              </a:spcAft>
              <a:buClr>
                <a:srgbClr val="D7000F"/>
              </a:buClr>
              <a:buSzPct val="80000"/>
              <a:buFont typeface="Wingdings 2" panose="05020102010507070707" pitchFamily="18" charset="2"/>
              <a:buChar char="¡"/>
              <a:tabLst/>
              <a:defRPr/>
            </a:pPr>
            <a:r>
              <a:rPr kumimoji="0" lang="en-US" sz="1800" b="0" i="0" u="none" strike="noStrike" kern="0" cap="none" spc="20" normalizeH="0" noProof="0" dirty="0">
                <a:ln>
                  <a:noFill/>
                </a:ln>
                <a:effectLst/>
                <a:uLnTx/>
                <a:uFillTx/>
                <a:ea typeface="黑体" panose="02010609060101010101" pitchFamily="49" charset="-122"/>
                <a:cs typeface="Arial" panose="020B0604020202020204" pitchFamily="34" charset="0"/>
              </a:rPr>
              <a:t>Not meant to be exhaustive</a:t>
            </a:r>
          </a:p>
          <a:p>
            <a:pPr marR="0" lvl="0" algn="l" defTabSz="590550" rtl="0" eaLnBrk="1" fontAlgn="base" latinLnBrk="0" hangingPunct="1">
              <a:lnSpc>
                <a:spcPct val="95000"/>
              </a:lnSpc>
              <a:spcBef>
                <a:spcPct val="85000"/>
              </a:spcBef>
              <a:spcAft>
                <a:spcPct val="0"/>
              </a:spcAft>
              <a:buClr>
                <a:srgbClr val="D7000F"/>
              </a:buClr>
              <a:buSzTx/>
              <a:buFont typeface="Wingdings 2" panose="05020102010507070707" pitchFamily="18" charset="2"/>
              <a:buChar char="¡"/>
              <a:tabLst/>
              <a:defRPr/>
            </a:pPr>
            <a:r>
              <a:rPr kumimoji="0" lang="en-GB" sz="2000" b="0" i="0" u="none" strike="noStrike" kern="0" cap="none" spc="20" normalizeH="0" noProof="0" dirty="0">
                <a:ln>
                  <a:noFill/>
                </a:ln>
                <a:effectLst/>
                <a:uLnTx/>
                <a:uFillTx/>
                <a:ea typeface="黑体" panose="02010609060101010101" pitchFamily="49" charset="-122"/>
                <a:cs typeface="Arial" panose="020B0604020202020204" pitchFamily="34" charset="0"/>
              </a:rPr>
              <a:t>Sixteen slides maximum</a:t>
            </a:r>
          </a:p>
          <a:p>
            <a:pPr marR="0" lvl="1" algn="l" defTabSz="590550" rtl="0" eaLnBrk="1" fontAlgn="base" latinLnBrk="0" hangingPunct="1">
              <a:lnSpc>
                <a:spcPct val="95000"/>
              </a:lnSpc>
              <a:spcBef>
                <a:spcPct val="50000"/>
              </a:spcBef>
              <a:spcAft>
                <a:spcPct val="0"/>
              </a:spcAft>
              <a:buClr>
                <a:srgbClr val="D7000F"/>
              </a:buClr>
              <a:buSzPct val="80000"/>
              <a:buFont typeface="Wingdings 2" panose="05020102010507070707" pitchFamily="18" charset="2"/>
              <a:buChar char="¡"/>
              <a:tabLst/>
              <a:defRPr/>
            </a:pPr>
            <a:r>
              <a:rPr kumimoji="0" lang="en-GB" sz="1800" b="0" i="0" u="none" strike="noStrike" kern="0" cap="none" spc="20" normalizeH="0" noProof="0" dirty="0">
                <a:ln>
                  <a:noFill/>
                </a:ln>
                <a:effectLst/>
                <a:uLnTx/>
                <a:uFillTx/>
                <a:ea typeface="黑体" panose="02010609060101010101" pitchFamily="49" charset="-122"/>
                <a:cs typeface="Arial" panose="020B0604020202020204" pitchFamily="34" charset="0"/>
              </a:rPr>
              <a:t>Including cover pages</a:t>
            </a:r>
          </a:p>
        </p:txBody>
      </p:sp>
      <p:sp>
        <p:nvSpPr>
          <p:cNvPr id="4" name="Text Box 31">
            <a:extLst>
              <a:ext uri="{FF2B5EF4-FFF2-40B4-BE49-F238E27FC236}">
                <a16:creationId xmlns:a16="http://schemas.microsoft.com/office/drawing/2014/main" id="{182A7BE9-78BF-4CAB-15BF-4E4D1605DAD5}"/>
              </a:ext>
            </a:extLst>
          </p:cNvPr>
          <p:cNvSpPr txBox="1">
            <a:spLocks noChangeArrowheads="1"/>
          </p:cNvSpPr>
          <p:nvPr/>
        </p:nvSpPr>
        <p:spPr bwMode="auto">
          <a:xfrm>
            <a:off x="6865939" y="6737350"/>
            <a:ext cx="6192836"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en-US" sz="900" b="0" spc="20" dirty="0">
                <a:solidFill>
                  <a:srgbClr val="000066"/>
                </a:solidFill>
                <a:latin typeface="Lato" panose="020F0502020204030203" pitchFamily="34" charset="0"/>
                <a:ea typeface="黑体" panose="02010609060101010101" pitchFamily="49" charset="-122"/>
                <a:cs typeface="Arial" panose="020B0604020202020204" pitchFamily="34" charset="0"/>
              </a:rPr>
              <a:t>Source: CITICS XXXXXXXXXXXXXXXX</a:t>
            </a:r>
          </a:p>
        </p:txBody>
      </p:sp>
      <p:sp>
        <p:nvSpPr>
          <p:cNvPr id="5" name="Title 1">
            <a:extLst>
              <a:ext uri="{FF2B5EF4-FFF2-40B4-BE49-F238E27FC236}">
                <a16:creationId xmlns:a16="http://schemas.microsoft.com/office/drawing/2014/main" id="{E4796CAF-B691-2AF2-6473-BA65D379F337}"/>
              </a:ext>
            </a:extLst>
          </p:cNvPr>
          <p:cNvSpPr txBox="1">
            <a:spLocks/>
          </p:cNvSpPr>
          <p:nvPr/>
        </p:nvSpPr>
        <p:spPr>
          <a:xfrm>
            <a:off x="384175" y="180231"/>
            <a:ext cx="12674600" cy="788176"/>
          </a:xfrm>
          <a:prstGeom prst="rect">
            <a:avLst/>
          </a:prstGeom>
        </p:spPr>
        <p:txBody>
          <a:bodyPr/>
          <a:lstStyle>
            <a:lvl1pPr algn="l" defTabSz="995363" rtl="0" eaLnBrk="1" fontAlgn="base" hangingPunct="1">
              <a:spcBef>
                <a:spcPct val="0"/>
              </a:spcBef>
              <a:spcAft>
                <a:spcPct val="0"/>
              </a:spcAft>
              <a:defRPr sz="3500">
                <a:solidFill>
                  <a:srgbClr val="000066"/>
                </a:solidFill>
                <a:latin typeface="Lato Heavy" panose="020F0502020204030203" pitchFamily="34" charset="0"/>
                <a:ea typeface="Lato Heavy" panose="020F0502020204030203" pitchFamily="34" charset="0"/>
                <a:cs typeface="Lato Heavy" panose="020F0502020204030203"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en-GB" sz="3400" kern="0" dirty="0">
                <a:latin typeface="Lato" panose="020F0502020204030203" pitchFamily="34" charset="0"/>
                <a:ea typeface="黑体" panose="02010609060101010101" pitchFamily="49" charset="-122"/>
                <a:cs typeface="Arial" panose="020B0604020202020204" pitchFamily="34" charset="0"/>
              </a:rPr>
              <a:t>English Title</a:t>
            </a:r>
          </a:p>
        </p:txBody>
      </p:sp>
      <p:sp>
        <p:nvSpPr>
          <p:cNvPr id="6" name="单圆角矩形 3">
            <a:extLst>
              <a:ext uri="{FF2B5EF4-FFF2-40B4-BE49-F238E27FC236}">
                <a16:creationId xmlns:a16="http://schemas.microsoft.com/office/drawing/2014/main" id="{C26BD949-8E67-0F71-FBA6-1F0E49933D57}"/>
              </a:ext>
            </a:extLst>
          </p:cNvPr>
          <p:cNvSpPr/>
          <p:nvPr/>
        </p:nvSpPr>
        <p:spPr>
          <a:xfrm>
            <a:off x="6867023" y="1219076"/>
            <a:ext cx="6194133" cy="266824"/>
          </a:xfrm>
          <a:prstGeom prst="round1Rect">
            <a:avLst>
              <a:gd name="adj" fmla="val 50000"/>
            </a:avLst>
          </a:prstGeom>
          <a:solidFill>
            <a:srgbClr val="356BA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tlCol="0" anchor="ctr"/>
          <a:lstStyle/>
          <a:p>
            <a:pPr algn="ctr"/>
            <a:r>
              <a:rPr lang="en-US" sz="1500" spc="20" dirty="0">
                <a:solidFill>
                  <a:schemeClr val="bg1"/>
                </a:solidFill>
                <a:latin typeface="Lato" panose="020F0502020204030203" pitchFamily="34" charset="0"/>
                <a:ea typeface="黑体" panose="02010609060101010101" pitchFamily="49" charset="-122"/>
                <a:cs typeface="Arial" panose="020B0604020202020204" pitchFamily="34" charset="0"/>
              </a:rPr>
              <a:t>Chart title - USE CHARTMASTER TO GENERATE CHARTS</a:t>
            </a:r>
          </a:p>
        </p:txBody>
      </p:sp>
      <p:pic>
        <p:nvPicPr>
          <p:cNvPr id="7" name="Picture 11">
            <a:extLst>
              <a:ext uri="{FF2B5EF4-FFF2-40B4-BE49-F238E27FC236}">
                <a16:creationId xmlns:a16="http://schemas.microsoft.com/office/drawing/2014/main" id="{3A5CBAA7-FBA5-7E7F-2E0A-EA9BE5FDCCDB}"/>
              </a:ext>
            </a:extLst>
          </p:cNvPr>
          <p:cNvPicPr>
            <a:picLocks noChangeAspect="1"/>
          </p:cNvPicPr>
          <p:nvPr/>
        </p:nvPicPr>
        <p:blipFill>
          <a:blip r:embed="rId3"/>
          <a:stretch>
            <a:fillRect/>
          </a:stretch>
        </p:blipFill>
        <p:spPr>
          <a:xfrm>
            <a:off x="6878928" y="1692586"/>
            <a:ext cx="6085332" cy="4392301"/>
          </a:xfrm>
          <a:prstGeom prst="rect">
            <a:avLst/>
          </a:prstGeom>
        </p:spPr>
      </p:pic>
    </p:spTree>
    <p:extLst>
      <p:ext uri="{BB962C8B-B14F-4D97-AF65-F5344CB8AC3E}">
        <p14:creationId xmlns:p14="http://schemas.microsoft.com/office/powerpoint/2010/main" val="2982424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341365" y="1345393"/>
            <a:ext cx="61045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270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
              <a:tabLst/>
            </a:pPr>
            <a:r>
              <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柱状图和饼状图配色说明（字体：中文黑体，英文</a:t>
            </a:r>
            <a:r>
              <a:rPr kumimoji="0" lang="en-US" altLang="zh-CN"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a:t>
            </a:r>
            <a:r>
              <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数字 </a:t>
            </a:r>
            <a:r>
              <a:rPr lang="en-US" altLang="zh-CN" sz="1400" b="0" dirty="0" err="1">
                <a:solidFill>
                  <a:srgbClr val="000066"/>
                </a:solidFill>
                <a:latin typeface="Lato" panose="020F0502020204030203" pitchFamily="34" charset="0"/>
                <a:ea typeface="黑体" panose="02010609060101010101" pitchFamily="49" charset="-122"/>
                <a:cs typeface="Arial" panose="020B0604020202020204" pitchFamily="34" charset="0"/>
              </a:rPr>
              <a:t>Lato</a:t>
            </a:r>
            <a:r>
              <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a:t>
            </a:r>
            <a:r>
              <a:rPr kumimoji="0" lang="en-US" altLang="zh-CN"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8</a:t>
            </a:r>
            <a:r>
              <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号）：</a:t>
            </a:r>
            <a:endPar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endParaRPr>
          </a:p>
          <a:p>
            <a:pPr marL="285750" marR="0" lvl="0" indent="-28575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
              <a:tabLst/>
            </a:pPr>
            <a:endParaRPr kumimoji="0" lang="zh-CN" altLang="en-US" sz="1400" b="0" i="0" u="none" strike="noStrike" cap="none" normalizeH="0" baseline="0" dirty="0">
              <a:ln>
                <a:noFill/>
              </a:ln>
              <a:solidFill>
                <a:schemeClr val="tx1"/>
              </a:solidFill>
              <a:effectLst/>
              <a:latin typeface="Lato" panose="020F0502020204030203" pitchFamily="34" charset="0"/>
              <a:ea typeface="黑体" panose="02010609060101010101" pitchFamily="49" charset="-122"/>
            </a:endParaRPr>
          </a:p>
        </p:txBody>
      </p:sp>
      <p:pic>
        <p:nvPicPr>
          <p:cNvPr id="1028" name="图片 1" descr="企业微信截图_176716033883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779" y="1762591"/>
            <a:ext cx="6286500" cy="14287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6"/>
          <p:cNvSpPr>
            <a:spLocks noChangeArrowheads="1"/>
          </p:cNvSpPr>
          <p:nvPr/>
        </p:nvSpPr>
        <p:spPr bwMode="auto">
          <a:xfrm>
            <a:off x="341365" y="4015730"/>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latin typeface="Lato" panose="020F0502020204030203" pitchFamily="34" charset="0"/>
              <a:ea typeface="黑体" panose="02010609060101010101" pitchFamily="49" charset="-122"/>
            </a:endParaRPr>
          </a:p>
        </p:txBody>
      </p:sp>
      <p:sp>
        <p:nvSpPr>
          <p:cNvPr id="9" name="Rectangle 5"/>
          <p:cNvSpPr>
            <a:spLocks noChangeArrowheads="1"/>
          </p:cNvSpPr>
          <p:nvPr/>
        </p:nvSpPr>
        <p:spPr bwMode="auto">
          <a:xfrm>
            <a:off x="335009" y="3420591"/>
            <a:ext cx="190949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indent="1270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
                <a:srgbClr val="C00000"/>
              </a:buClr>
              <a:buSzTx/>
              <a:buFont typeface="Wingdings" panose="05000000000000000000" pitchFamily="2" charset="2"/>
              <a:buChar char="§"/>
              <a:tabLst/>
            </a:pPr>
            <a:r>
              <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折线图配色说明：</a:t>
            </a:r>
            <a:endPar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endParaRPr>
          </a:p>
          <a:p>
            <a:pPr marL="0" marR="0" lvl="0" indent="127000" algn="l" defTabSz="914400" rtl="0" eaLnBrk="0" fontAlgn="base" latinLnBrk="0" hangingPunct="0">
              <a:lnSpc>
                <a:spcPct val="100000"/>
              </a:lnSpc>
              <a:spcBef>
                <a:spcPct val="0"/>
              </a:spcBef>
              <a:spcAft>
                <a:spcPct val="0"/>
              </a:spcAft>
              <a:buClrTx/>
              <a:buSzTx/>
              <a:buFontTx/>
              <a:buNone/>
              <a:tabLst/>
            </a:pPr>
            <a:endParaRPr kumimoji="0" lang="zh-CN" altLang="en-US" sz="1400" b="0" i="0" u="none" strike="noStrike" cap="none" normalizeH="0" baseline="0" dirty="0">
              <a:ln>
                <a:noFill/>
              </a:ln>
              <a:solidFill>
                <a:schemeClr val="tx1"/>
              </a:solidFill>
              <a:effectLst/>
              <a:latin typeface="Lato" panose="020F0502020204030203" pitchFamily="34" charset="0"/>
              <a:ea typeface="黑体" panose="02010609060101010101" pitchFamily="49" charset="-122"/>
            </a:endParaRPr>
          </a:p>
        </p:txBody>
      </p:sp>
      <p:pic>
        <p:nvPicPr>
          <p:cNvPr id="10" name="图片 9" descr="C:\Users\sunmin\AppData\Local\Temp\企业微信截图_17671591398560.png"/>
          <p:cNvPicPr/>
          <p:nvPr/>
        </p:nvPicPr>
        <p:blipFill rotWithShape="1">
          <a:blip r:embed="rId3">
            <a:extLst>
              <a:ext uri="{28A0092B-C50C-407E-A947-70E740481C1C}">
                <a14:useLocalDpi xmlns:a14="http://schemas.microsoft.com/office/drawing/2010/main" val="0"/>
              </a:ext>
            </a:extLst>
          </a:blip>
          <a:srcRect t="18858"/>
          <a:stretch/>
        </p:blipFill>
        <p:spPr bwMode="auto">
          <a:xfrm>
            <a:off x="437291" y="3738322"/>
            <a:ext cx="6280150" cy="1097915"/>
          </a:xfrm>
          <a:prstGeom prst="rect">
            <a:avLst/>
          </a:prstGeom>
          <a:noFill/>
          <a:ln>
            <a:noFill/>
          </a:ln>
          <a:extLst>
            <a:ext uri="{53640926-AAD7-44D8-BBD7-CCE9431645EC}">
              <a14:shadowObscured xmlns:a14="http://schemas.microsoft.com/office/drawing/2010/main"/>
            </a:ext>
          </a:extLst>
        </p:spPr>
      </p:pic>
      <p:sp>
        <p:nvSpPr>
          <p:cNvPr id="11" name="Title 1">
            <a:extLst>
              <a:ext uri="{FF2B5EF4-FFF2-40B4-BE49-F238E27FC236}">
                <a16:creationId xmlns:a16="http://schemas.microsoft.com/office/drawing/2014/main" id="{E4796CAF-B691-2AF2-6473-BA65D379F337}"/>
              </a:ext>
            </a:extLst>
          </p:cNvPr>
          <p:cNvSpPr txBox="1">
            <a:spLocks/>
          </p:cNvSpPr>
          <p:nvPr/>
        </p:nvSpPr>
        <p:spPr>
          <a:xfrm>
            <a:off x="384175" y="180231"/>
            <a:ext cx="12674600" cy="788176"/>
          </a:xfrm>
          <a:prstGeom prst="rect">
            <a:avLst/>
          </a:prstGeom>
        </p:spPr>
        <p:txBody>
          <a:bodyPr/>
          <a:lstStyle>
            <a:lvl1pPr algn="l" defTabSz="995363" rtl="0" eaLnBrk="1" fontAlgn="base" hangingPunct="1">
              <a:spcBef>
                <a:spcPct val="0"/>
              </a:spcBef>
              <a:spcAft>
                <a:spcPct val="0"/>
              </a:spcAft>
              <a:defRPr sz="3500">
                <a:solidFill>
                  <a:srgbClr val="000066"/>
                </a:solidFill>
                <a:latin typeface="Lato Heavy" panose="020F0502020204030203" pitchFamily="34" charset="0"/>
                <a:ea typeface="Lato Heavy" panose="020F0502020204030203" pitchFamily="34" charset="0"/>
                <a:cs typeface="Lato Heavy" panose="020F0502020204030203"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zh-CN" altLang="en-US" sz="3400" kern="0" dirty="0">
                <a:latin typeface="Lato" panose="020F0502020204030203" pitchFamily="34" charset="0"/>
                <a:ea typeface="黑体" panose="02010609060101010101" pitchFamily="49" charset="-122"/>
                <a:cs typeface="Arial" panose="020B0604020202020204" pitchFamily="34" charset="0"/>
              </a:rPr>
              <a:t>配色</a:t>
            </a:r>
            <a:r>
              <a:rPr lang="en-US" altLang="zh-CN" sz="3400" kern="0" dirty="0">
                <a:latin typeface="Lato" panose="020F0502020204030203" pitchFamily="34" charset="0"/>
                <a:ea typeface="黑体" panose="02010609060101010101" pitchFamily="49" charset="-122"/>
                <a:cs typeface="Arial" panose="020B0604020202020204" pitchFamily="34" charset="0"/>
              </a:rPr>
              <a:t>&amp;</a:t>
            </a:r>
            <a:r>
              <a:rPr lang="zh-CN" altLang="en-US" sz="3400" kern="0" dirty="0">
                <a:latin typeface="Lato" panose="020F0502020204030203" pitchFamily="34" charset="0"/>
                <a:ea typeface="黑体" panose="02010609060101010101" pitchFamily="49" charset="-122"/>
                <a:cs typeface="Arial" panose="020B0604020202020204" pitchFamily="34" charset="0"/>
              </a:rPr>
              <a:t>字体说明</a:t>
            </a:r>
            <a:endParaRPr lang="en-GB" sz="3400" kern="0" dirty="0">
              <a:latin typeface="Lato" panose="020F0502020204030203" pitchFamily="34" charset="0"/>
              <a:ea typeface="黑体" panose="02010609060101010101" pitchFamily="49" charset="-122"/>
              <a:cs typeface="Arial" panose="020B0604020202020204" pitchFamily="34" charset="0"/>
            </a:endParaRPr>
          </a:p>
        </p:txBody>
      </p:sp>
      <p:sp>
        <p:nvSpPr>
          <p:cNvPr id="12" name="Rectangle 5"/>
          <p:cNvSpPr>
            <a:spLocks noChangeArrowheads="1"/>
          </p:cNvSpPr>
          <p:nvPr/>
        </p:nvSpPr>
        <p:spPr bwMode="auto">
          <a:xfrm>
            <a:off x="341366" y="5062016"/>
            <a:ext cx="10340550" cy="116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1270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indent="-285750">
              <a:buClr>
                <a:srgbClr val="C00000"/>
              </a:buClr>
              <a:buFont typeface="Wingdings" panose="05000000000000000000" pitchFamily="2" charset="2"/>
              <a:buChar char="§"/>
            </a:pPr>
            <a:r>
              <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正文：</a:t>
            </a:r>
            <a:endParaRPr kumimoji="0" lang="en-US" altLang="zh-CN"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endParaRPr>
          </a:p>
          <a:p>
            <a:pPr marL="720000" lvl="2" indent="-285750">
              <a:lnSpc>
                <a:spcPct val="120000"/>
              </a:lnSpc>
              <a:spcBef>
                <a:spcPts val="200"/>
              </a:spcBef>
              <a:buClr>
                <a:srgbClr val="C00000"/>
              </a:buClr>
              <a:buFont typeface="Wingdings" panose="05000000000000000000" pitchFamily="2" charset="2"/>
              <a:buChar char="§"/>
            </a:pP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字体：中文黑体，英文</a:t>
            </a:r>
            <a:r>
              <a:rPr lang="en-US" altLang="zh-CN" sz="1400" b="0" dirty="0">
                <a:solidFill>
                  <a:srgbClr val="000066"/>
                </a:solidFill>
                <a:latin typeface="Lato" panose="020F0502020204030203" pitchFamily="34" charset="0"/>
                <a:ea typeface="黑体" panose="02010609060101010101" pitchFamily="49" charset="-122"/>
                <a:cs typeface="Arial" panose="020B0604020202020204" pitchFamily="34" charset="0"/>
              </a:rPr>
              <a:t>+</a:t>
            </a: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数字 </a:t>
            </a:r>
            <a:r>
              <a:rPr lang="en-US" altLang="zh-CN" sz="1400" b="0" dirty="0" err="1">
                <a:solidFill>
                  <a:srgbClr val="000066"/>
                </a:solidFill>
                <a:latin typeface="Lato" panose="020F0502020204030203" pitchFamily="34" charset="0"/>
                <a:ea typeface="黑体" panose="02010609060101010101" pitchFamily="49" charset="-122"/>
                <a:cs typeface="Arial" panose="020B0604020202020204" pitchFamily="34" charset="0"/>
              </a:rPr>
              <a:t>Lato</a:t>
            </a: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a:t>
            </a:r>
            <a:endParaRPr lang="en-US" altLang="zh-CN" sz="1400" b="0" dirty="0">
              <a:solidFill>
                <a:srgbClr val="000066"/>
              </a:solidFill>
              <a:latin typeface="Lato" panose="020F0502020204030203" pitchFamily="34" charset="0"/>
              <a:ea typeface="黑体" panose="02010609060101010101" pitchFamily="49" charset="-122"/>
              <a:cs typeface="Arial" panose="020B0604020202020204" pitchFamily="34" charset="0"/>
            </a:endParaRPr>
          </a:p>
          <a:p>
            <a:pPr marL="720000" lvl="2" indent="-285750">
              <a:lnSpc>
                <a:spcPct val="120000"/>
              </a:lnSpc>
              <a:spcBef>
                <a:spcPts val="200"/>
              </a:spcBef>
              <a:buClr>
                <a:srgbClr val="C00000"/>
              </a:buClr>
              <a:buFont typeface="Wingdings" panose="05000000000000000000" pitchFamily="2" charset="2"/>
              <a:buChar char="§"/>
            </a:pPr>
            <a:r>
              <a:rPr kumimoji="0" lang="zh-CN" altLang="en-US" sz="1400" b="0" i="0" u="none" strike="noStrike" cap="none" normalizeH="0" baseline="0" dirty="0">
                <a:ln>
                  <a:noFill/>
                </a:ln>
                <a:solidFill>
                  <a:srgbClr val="000066"/>
                </a:solidFill>
                <a:effectLst/>
                <a:latin typeface="Lato" panose="020F0502020204030203" pitchFamily="34" charset="0"/>
                <a:ea typeface="黑体" panose="02010609060101010101" pitchFamily="49" charset="-122"/>
                <a:cs typeface="Arial" panose="020B0604020202020204" pitchFamily="34" charset="0"/>
              </a:rPr>
              <a:t>颜色：</a:t>
            </a:r>
            <a:r>
              <a:rPr lang="en-US" altLang="zh-CN" sz="1400" b="0" dirty="0">
                <a:solidFill>
                  <a:srgbClr val="000066"/>
                </a:solidFill>
                <a:latin typeface="Lato" panose="020F0502020204030203" pitchFamily="34" charset="0"/>
                <a:ea typeface="黑体" panose="02010609060101010101" pitchFamily="49" charset="-122"/>
                <a:cs typeface="Arial" panose="020B0604020202020204" pitchFamily="34" charset="0"/>
              </a:rPr>
              <a:t>Navy blue</a:t>
            </a:r>
            <a:r>
              <a:rPr lang="zh-CN" altLang="en-US" sz="1400" b="0" dirty="0">
                <a:latin typeface="Lato" panose="020F0502020204030203" pitchFamily="34" charset="0"/>
                <a:ea typeface="黑体" panose="02010609060101010101" pitchFamily="49" charset="-122"/>
                <a:cs typeface="Arial" panose="020B0604020202020204" pitchFamily="34" charset="0"/>
              </a:rPr>
              <a:t>（</a:t>
            </a:r>
            <a:r>
              <a:rPr lang="en-US" altLang="zh-CN" sz="1400" b="0" dirty="0">
                <a:latin typeface="Lato" panose="020F0502020204030203" pitchFamily="34" charset="0"/>
                <a:ea typeface="黑体" panose="02010609060101010101" pitchFamily="49" charset="-122"/>
                <a:cs typeface="Arial" panose="020B0604020202020204" pitchFamily="34" charset="0"/>
              </a:rPr>
              <a:t>R0 G0 B102)</a:t>
            </a:r>
            <a:r>
              <a:rPr lang="zh-CN" altLang="en-US" sz="1400" b="0" dirty="0">
                <a:latin typeface="Lato" panose="020F0502020204030203" pitchFamily="34" charset="0"/>
                <a:ea typeface="黑体" panose="02010609060101010101" pitchFamily="49" charset="-122"/>
                <a:cs typeface="Arial" panose="020B0604020202020204" pitchFamily="34" charset="0"/>
              </a:rPr>
              <a:t>；</a:t>
            </a:r>
            <a:endParaRPr lang="en-US" altLang="zh-CN" sz="1400" b="0" dirty="0">
              <a:latin typeface="Lato" panose="020F0502020204030203" pitchFamily="34" charset="0"/>
              <a:ea typeface="黑体" panose="02010609060101010101" pitchFamily="49" charset="-122"/>
              <a:cs typeface="Arial" panose="020B0604020202020204" pitchFamily="34" charset="0"/>
            </a:endParaRPr>
          </a:p>
          <a:p>
            <a:pPr marL="720000" lvl="2" indent="-285750">
              <a:lnSpc>
                <a:spcPct val="120000"/>
              </a:lnSpc>
              <a:spcBef>
                <a:spcPts val="200"/>
              </a:spcBef>
              <a:buClr>
                <a:srgbClr val="C00000"/>
              </a:buClr>
              <a:buFont typeface="Wingdings" panose="05000000000000000000" pitchFamily="2" charset="2"/>
              <a:buChar char="§"/>
            </a:pP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各级标题：大标题</a:t>
            </a:r>
            <a:r>
              <a:rPr lang="en-US" altLang="zh-CN" sz="1400" b="0" dirty="0">
                <a:solidFill>
                  <a:srgbClr val="000066"/>
                </a:solidFill>
                <a:latin typeface="Lato" panose="020F0502020204030203" pitchFamily="34" charset="0"/>
                <a:ea typeface="黑体" panose="02010609060101010101" pitchFamily="49" charset="-122"/>
                <a:cs typeface="Arial" panose="020B0604020202020204" pitchFamily="34" charset="0"/>
              </a:rPr>
              <a:t>34</a:t>
            </a: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号，正文一级</a:t>
            </a:r>
            <a:r>
              <a:rPr lang="en-US" altLang="zh-CN" sz="1400" b="0" dirty="0">
                <a:solidFill>
                  <a:srgbClr val="000066"/>
                </a:solidFill>
                <a:latin typeface="Lato" panose="020F0502020204030203" pitchFamily="34" charset="0"/>
                <a:ea typeface="黑体" panose="02010609060101010101" pitchFamily="49" charset="-122"/>
                <a:cs typeface="Arial" panose="020B0604020202020204" pitchFamily="34" charset="0"/>
              </a:rPr>
              <a:t>20</a:t>
            </a: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号、二级</a:t>
            </a:r>
            <a:r>
              <a:rPr lang="en-US" altLang="zh-CN" sz="1400" b="0" dirty="0">
                <a:solidFill>
                  <a:srgbClr val="000066"/>
                </a:solidFill>
                <a:latin typeface="Lato" panose="020F0502020204030203" pitchFamily="34" charset="0"/>
                <a:ea typeface="黑体" panose="02010609060101010101" pitchFamily="49" charset="-122"/>
                <a:cs typeface="Arial" panose="020B0604020202020204" pitchFamily="34" charset="0"/>
              </a:rPr>
              <a:t>18</a:t>
            </a: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号、三级</a:t>
            </a:r>
            <a:r>
              <a:rPr lang="en-US" altLang="zh-CN" sz="1400" b="0" dirty="0">
                <a:solidFill>
                  <a:srgbClr val="000066"/>
                </a:solidFill>
                <a:latin typeface="Lato" panose="020F0502020204030203" pitchFamily="34" charset="0"/>
                <a:ea typeface="黑体" panose="02010609060101010101" pitchFamily="49" charset="-122"/>
                <a:cs typeface="Arial" panose="020B0604020202020204" pitchFamily="34" charset="0"/>
              </a:rPr>
              <a:t>16</a:t>
            </a: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号字体（如文字多</a:t>
            </a:r>
            <a:r>
              <a:rPr lang="en-US" altLang="zh-CN" sz="1400" b="0" dirty="0">
                <a:solidFill>
                  <a:srgbClr val="000066"/>
                </a:solidFill>
                <a:latin typeface="Lato" panose="020F0502020204030203" pitchFamily="34" charset="0"/>
                <a:ea typeface="黑体" panose="02010609060101010101" pitchFamily="49" charset="-122"/>
                <a:cs typeface="Arial" panose="020B0604020202020204" pitchFamily="34" charset="0"/>
              </a:rPr>
              <a:t>/</a:t>
            </a:r>
            <a:r>
              <a:rPr lang="zh-CN" altLang="en-US" sz="1400" b="0" dirty="0">
                <a:solidFill>
                  <a:srgbClr val="000066"/>
                </a:solidFill>
                <a:latin typeface="Lato" panose="020F0502020204030203" pitchFamily="34" charset="0"/>
                <a:ea typeface="黑体" panose="02010609060101010101" pitchFamily="49" charset="-122"/>
                <a:cs typeface="Arial" panose="020B0604020202020204" pitchFamily="34" charset="0"/>
              </a:rPr>
              <a:t>超过一行字号可降一级）</a:t>
            </a:r>
          </a:p>
        </p:txBody>
      </p:sp>
    </p:spTree>
    <p:extLst>
      <p:ext uri="{BB962C8B-B14F-4D97-AF65-F5344CB8AC3E}">
        <p14:creationId xmlns:p14="http://schemas.microsoft.com/office/powerpoint/2010/main" val="543239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384175" y="180231"/>
            <a:ext cx="12674600" cy="788176"/>
          </a:xfrm>
          <a:prstGeom prst="rect">
            <a:avLst/>
          </a:prstGeom>
        </p:spPr>
        <p:txBody>
          <a:bodyPr/>
          <a:lstStyle>
            <a:lvl1pPr algn="l" defTabSz="995363" rtl="0" eaLnBrk="1" fontAlgn="base" hangingPunct="1">
              <a:spcBef>
                <a:spcPct val="0"/>
              </a:spcBef>
              <a:spcAft>
                <a:spcPct val="0"/>
              </a:spcAft>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zh-CN" altLang="en-US" kern="0" dirty="0"/>
              <a:t>图表样例</a:t>
            </a:r>
          </a:p>
        </p:txBody>
      </p:sp>
      <p:graphicFrame>
        <p:nvGraphicFramePr>
          <p:cNvPr id="3" name="Chart 20"/>
          <p:cNvGraphicFramePr/>
          <p:nvPr>
            <p:extLst>
              <p:ext uri="{D42A27DB-BD31-4B8C-83A1-F6EECF244321}">
                <p14:modId xmlns:p14="http://schemas.microsoft.com/office/powerpoint/2010/main" val="3328209010"/>
              </p:ext>
            </p:extLst>
          </p:nvPr>
        </p:nvGraphicFramePr>
        <p:xfrm>
          <a:off x="384175" y="1751462"/>
          <a:ext cx="6178588" cy="215316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23"/>
          <p:cNvGraphicFramePr/>
          <p:nvPr>
            <p:extLst>
              <p:ext uri="{D42A27DB-BD31-4B8C-83A1-F6EECF244321}">
                <p14:modId xmlns:p14="http://schemas.microsoft.com/office/powerpoint/2010/main" val="1796844322"/>
              </p:ext>
            </p:extLst>
          </p:nvPr>
        </p:nvGraphicFramePr>
        <p:xfrm>
          <a:off x="6796179" y="1751462"/>
          <a:ext cx="6178587" cy="215316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26"/>
          <p:cNvGraphicFramePr/>
          <p:nvPr>
            <p:extLst>
              <p:ext uri="{D42A27DB-BD31-4B8C-83A1-F6EECF244321}">
                <p14:modId xmlns:p14="http://schemas.microsoft.com/office/powerpoint/2010/main" val="593216399"/>
              </p:ext>
            </p:extLst>
          </p:nvPr>
        </p:nvGraphicFramePr>
        <p:xfrm>
          <a:off x="373316" y="4661378"/>
          <a:ext cx="6189446" cy="1999523"/>
        </p:xfrm>
        <a:graphic>
          <a:graphicData uri="http://schemas.openxmlformats.org/drawingml/2006/chart">
            <c:chart xmlns:c="http://schemas.openxmlformats.org/drawingml/2006/chart" xmlns:r="http://schemas.openxmlformats.org/officeDocument/2006/relationships" r:id="rId4"/>
          </a:graphicData>
        </a:graphic>
      </p:graphicFrame>
      <p:sp>
        <p:nvSpPr>
          <p:cNvPr id="6" name="文本框 5"/>
          <p:cNvSpPr txBox="1"/>
          <p:nvPr/>
        </p:nvSpPr>
        <p:spPr>
          <a:xfrm>
            <a:off x="1620173" y="1598584"/>
            <a:ext cx="770733"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sp>
        <p:nvSpPr>
          <p:cNvPr id="7" name="文本框 6"/>
          <p:cNvSpPr txBox="1"/>
          <p:nvPr/>
        </p:nvSpPr>
        <p:spPr>
          <a:xfrm>
            <a:off x="6878320" y="1598584"/>
            <a:ext cx="769992"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sp>
        <p:nvSpPr>
          <p:cNvPr id="8" name="文本框 7"/>
          <p:cNvSpPr txBox="1"/>
          <p:nvPr/>
        </p:nvSpPr>
        <p:spPr>
          <a:xfrm>
            <a:off x="1620173" y="4432229"/>
            <a:ext cx="770733"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sp>
        <p:nvSpPr>
          <p:cNvPr id="9" name="文本框 8"/>
          <p:cNvSpPr txBox="1"/>
          <p:nvPr/>
        </p:nvSpPr>
        <p:spPr>
          <a:xfrm>
            <a:off x="6878320" y="4432229"/>
            <a:ext cx="769992"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graphicFrame>
        <p:nvGraphicFramePr>
          <p:cNvPr id="10" name="Chart 31"/>
          <p:cNvGraphicFramePr/>
          <p:nvPr>
            <p:extLst>
              <p:ext uri="{D42A27DB-BD31-4B8C-83A1-F6EECF244321}">
                <p14:modId xmlns:p14="http://schemas.microsoft.com/office/powerpoint/2010/main" val="656063471"/>
              </p:ext>
            </p:extLst>
          </p:nvPr>
        </p:nvGraphicFramePr>
        <p:xfrm>
          <a:off x="6909532" y="4514353"/>
          <a:ext cx="6145406" cy="2144829"/>
        </p:xfrm>
        <a:graphic>
          <a:graphicData uri="http://schemas.openxmlformats.org/drawingml/2006/chart">
            <c:chart xmlns:c="http://schemas.openxmlformats.org/drawingml/2006/chart" xmlns:r="http://schemas.openxmlformats.org/officeDocument/2006/relationships" r:id="rId5"/>
          </a:graphicData>
        </a:graphic>
      </p:graphicFrame>
      <p:sp>
        <p:nvSpPr>
          <p:cNvPr id="11" name="文本占位符 5">
            <a:extLst>
              <a:ext uri="{FF2B5EF4-FFF2-40B4-BE49-F238E27FC236}">
                <a16:creationId xmlns:a16="http://schemas.microsoft.com/office/drawing/2014/main" id="{C3419CCC-F906-066E-9539-D80A28614536}"/>
              </a:ext>
            </a:extLst>
          </p:cNvPr>
          <p:cNvSpPr txBox="1">
            <a:spLocks/>
          </p:cNvSpPr>
          <p:nvPr/>
        </p:nvSpPr>
        <p:spPr>
          <a:xfrm>
            <a:off x="384671" y="1289253"/>
            <a:ext cx="6178092" cy="297688"/>
          </a:xfrm>
          <a:prstGeom prst="round1Rect">
            <a:avLst>
              <a:gd name="adj" fmla="val 50000"/>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2" name="文本占位符 5">
            <a:extLst>
              <a:ext uri="{FF2B5EF4-FFF2-40B4-BE49-F238E27FC236}">
                <a16:creationId xmlns:a16="http://schemas.microsoft.com/office/drawing/2014/main" id="{83AA2CBA-057E-CB9F-97C2-A2CB404F8800}"/>
              </a:ext>
            </a:extLst>
          </p:cNvPr>
          <p:cNvSpPr txBox="1">
            <a:spLocks/>
          </p:cNvSpPr>
          <p:nvPr/>
        </p:nvSpPr>
        <p:spPr>
          <a:xfrm>
            <a:off x="6880296" y="1289253"/>
            <a:ext cx="6175921" cy="297688"/>
          </a:xfrm>
          <a:prstGeom prst="round1Rect">
            <a:avLst>
              <a:gd name="adj" fmla="val 422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3" name="文本占位符 5">
            <a:extLst>
              <a:ext uri="{FF2B5EF4-FFF2-40B4-BE49-F238E27FC236}">
                <a16:creationId xmlns:a16="http://schemas.microsoft.com/office/drawing/2014/main" id="{53C6FB6E-CA76-BB8F-9E6B-F0113D43DD4E}"/>
              </a:ext>
            </a:extLst>
          </p:cNvPr>
          <p:cNvSpPr txBox="1">
            <a:spLocks/>
          </p:cNvSpPr>
          <p:nvPr/>
        </p:nvSpPr>
        <p:spPr>
          <a:xfrm>
            <a:off x="384671" y="4086063"/>
            <a:ext cx="6178092" cy="297688"/>
          </a:xfrm>
          <a:prstGeom prst="round1Rect">
            <a:avLst>
              <a:gd name="adj" fmla="val 422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4" name="文本占位符 5">
            <a:extLst>
              <a:ext uri="{FF2B5EF4-FFF2-40B4-BE49-F238E27FC236}">
                <a16:creationId xmlns:a16="http://schemas.microsoft.com/office/drawing/2014/main" id="{674EC8CF-C2B1-6FA5-2BC9-AB27B60C9C5D}"/>
              </a:ext>
            </a:extLst>
          </p:cNvPr>
          <p:cNvSpPr txBox="1">
            <a:spLocks/>
          </p:cNvSpPr>
          <p:nvPr/>
        </p:nvSpPr>
        <p:spPr>
          <a:xfrm>
            <a:off x="6880296" y="4086063"/>
            <a:ext cx="6175921" cy="297688"/>
          </a:xfrm>
          <a:prstGeom prst="round1Rect">
            <a:avLst>
              <a:gd name="adj" fmla="val 486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5"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6937499" y="6737350"/>
            <a:ext cx="5760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Lato" panose="020F0502020204030203" pitchFamily="34" charset="0"/>
              </a:rPr>
              <a:t>***</a:t>
            </a: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，中信证券研究部</a:t>
            </a:r>
          </a:p>
        </p:txBody>
      </p:sp>
      <p:sp>
        <p:nvSpPr>
          <p:cNvPr id="16"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404459" y="6737350"/>
            <a:ext cx="5760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Lato" panose="020F0502020204030203" pitchFamily="34" charset="0"/>
              </a:rPr>
              <a:t>***</a:t>
            </a: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，中信证券研究部</a:t>
            </a:r>
          </a:p>
        </p:txBody>
      </p:sp>
    </p:spTree>
    <p:extLst>
      <p:ext uri="{BB962C8B-B14F-4D97-AF65-F5344CB8AC3E}">
        <p14:creationId xmlns:p14="http://schemas.microsoft.com/office/powerpoint/2010/main" val="6871373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384175" y="180231"/>
            <a:ext cx="12674600" cy="788176"/>
          </a:xfrm>
          <a:prstGeom prst="rect">
            <a:avLst/>
          </a:prstGeom>
        </p:spPr>
        <p:txBody>
          <a:bodyPr/>
          <a:lstStyle>
            <a:lvl1pPr algn="l" defTabSz="995363" rtl="0" eaLnBrk="1" fontAlgn="base" hangingPunct="1">
              <a:spcBef>
                <a:spcPct val="0"/>
              </a:spcBef>
              <a:spcAft>
                <a:spcPct val="0"/>
              </a:spcAft>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zh-CN" altLang="en-US" kern="0" dirty="0"/>
              <a:t>表格</a:t>
            </a:r>
          </a:p>
        </p:txBody>
      </p:sp>
      <p:graphicFrame>
        <p:nvGraphicFramePr>
          <p:cNvPr id="3" name="表格 2"/>
          <p:cNvGraphicFramePr>
            <a:graphicFrameLocks noGrp="1"/>
          </p:cNvGraphicFramePr>
          <p:nvPr>
            <p:extLst>
              <p:ext uri="{D42A27DB-BD31-4B8C-83A1-F6EECF244321}">
                <p14:modId xmlns:p14="http://schemas.microsoft.com/office/powerpoint/2010/main" val="4118897228"/>
              </p:ext>
            </p:extLst>
          </p:nvPr>
        </p:nvGraphicFramePr>
        <p:xfrm>
          <a:off x="384177" y="2728409"/>
          <a:ext cx="12674600" cy="1905198"/>
        </p:xfrm>
        <a:graphic>
          <a:graphicData uri="http://schemas.openxmlformats.org/drawingml/2006/table">
            <a:tbl>
              <a:tblPr firstRow="1" bandRow="1">
                <a:tableStyleId>{EB344D84-9AFB-497E-A393-DC336BA19D2E}</a:tableStyleId>
              </a:tblPr>
              <a:tblGrid>
                <a:gridCol w="1584325">
                  <a:extLst>
                    <a:ext uri="{9D8B030D-6E8A-4147-A177-3AD203B41FA5}">
                      <a16:colId xmlns:a16="http://schemas.microsoft.com/office/drawing/2014/main" val="3486819545"/>
                    </a:ext>
                  </a:extLst>
                </a:gridCol>
                <a:gridCol w="1584325">
                  <a:extLst>
                    <a:ext uri="{9D8B030D-6E8A-4147-A177-3AD203B41FA5}">
                      <a16:colId xmlns:a16="http://schemas.microsoft.com/office/drawing/2014/main" val="1624152113"/>
                    </a:ext>
                  </a:extLst>
                </a:gridCol>
                <a:gridCol w="1584325">
                  <a:extLst>
                    <a:ext uri="{9D8B030D-6E8A-4147-A177-3AD203B41FA5}">
                      <a16:colId xmlns:a16="http://schemas.microsoft.com/office/drawing/2014/main" val="869159438"/>
                    </a:ext>
                  </a:extLst>
                </a:gridCol>
                <a:gridCol w="1584325">
                  <a:extLst>
                    <a:ext uri="{9D8B030D-6E8A-4147-A177-3AD203B41FA5}">
                      <a16:colId xmlns:a16="http://schemas.microsoft.com/office/drawing/2014/main" val="3851222575"/>
                    </a:ext>
                  </a:extLst>
                </a:gridCol>
                <a:gridCol w="1584325">
                  <a:extLst>
                    <a:ext uri="{9D8B030D-6E8A-4147-A177-3AD203B41FA5}">
                      <a16:colId xmlns:a16="http://schemas.microsoft.com/office/drawing/2014/main" val="3559254195"/>
                    </a:ext>
                  </a:extLst>
                </a:gridCol>
                <a:gridCol w="1584325">
                  <a:extLst>
                    <a:ext uri="{9D8B030D-6E8A-4147-A177-3AD203B41FA5}">
                      <a16:colId xmlns:a16="http://schemas.microsoft.com/office/drawing/2014/main" val="181851462"/>
                    </a:ext>
                  </a:extLst>
                </a:gridCol>
                <a:gridCol w="1584325">
                  <a:extLst>
                    <a:ext uri="{9D8B030D-6E8A-4147-A177-3AD203B41FA5}">
                      <a16:colId xmlns:a16="http://schemas.microsoft.com/office/drawing/2014/main" val="2212387799"/>
                    </a:ext>
                  </a:extLst>
                </a:gridCol>
                <a:gridCol w="1584325">
                  <a:extLst>
                    <a:ext uri="{9D8B030D-6E8A-4147-A177-3AD203B41FA5}">
                      <a16:colId xmlns:a16="http://schemas.microsoft.com/office/drawing/2014/main" val="1427960670"/>
                    </a:ext>
                  </a:extLst>
                </a:gridCol>
              </a:tblGrid>
              <a:tr h="317533">
                <a:tc>
                  <a:txBody>
                    <a:bodyPr/>
                    <a:lstStyle/>
                    <a:p>
                      <a:pPr algn="ctr"/>
                      <a:endParaRPr lang="en-US" sz="1300" b="1" dirty="0">
                        <a:solidFill>
                          <a:schemeClr val="bg1"/>
                        </a:solidFill>
                      </a:endParaRP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B</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C</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D</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E</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F</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A</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B</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extLst>
                  <a:ext uri="{0D108BD9-81ED-4DB2-BD59-A6C34878D82A}">
                    <a16:rowId xmlns:a16="http://schemas.microsoft.com/office/drawing/2014/main" val="961622676"/>
                  </a:ext>
                </a:extLst>
              </a:tr>
              <a:tr h="317533">
                <a:tc>
                  <a:txBody>
                    <a:bodyPr/>
                    <a:lstStyle/>
                    <a:p>
                      <a:pPr algn="l"/>
                      <a:r>
                        <a:rPr lang="en-US" sz="1100" dirty="0"/>
                        <a:t>A</a:t>
                      </a: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algn="ctr"/>
                      <a:r>
                        <a:rPr lang="en-US" sz="1100" dirty="0"/>
                        <a:t>123</a:t>
                      </a: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extLst>
                  <a:ext uri="{0D108BD9-81ED-4DB2-BD59-A6C34878D82A}">
                    <a16:rowId xmlns:a16="http://schemas.microsoft.com/office/drawing/2014/main" val="3718922474"/>
                  </a:ext>
                </a:extLst>
              </a:tr>
              <a:tr h="317533">
                <a:tc>
                  <a:txBody>
                    <a:bodyPr/>
                    <a:lstStyle/>
                    <a:p>
                      <a:pPr algn="l"/>
                      <a:r>
                        <a:rPr lang="en-US" sz="1100" dirty="0"/>
                        <a:t>B</a:t>
                      </a: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extLst>
                  <a:ext uri="{0D108BD9-81ED-4DB2-BD59-A6C34878D82A}">
                    <a16:rowId xmlns:a16="http://schemas.microsoft.com/office/drawing/2014/main" val="1020663043"/>
                  </a:ext>
                </a:extLst>
              </a:tr>
              <a:tr h="317533">
                <a:tc>
                  <a:txBody>
                    <a:bodyPr/>
                    <a:lstStyle/>
                    <a:p>
                      <a:pPr algn="l"/>
                      <a:r>
                        <a:rPr lang="en-US" sz="1100" dirty="0"/>
                        <a:t>C</a:t>
                      </a: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extLst>
                  <a:ext uri="{0D108BD9-81ED-4DB2-BD59-A6C34878D82A}">
                    <a16:rowId xmlns:a16="http://schemas.microsoft.com/office/drawing/2014/main" val="2856713750"/>
                  </a:ext>
                </a:extLst>
              </a:tr>
              <a:tr h="317533">
                <a:tc>
                  <a:txBody>
                    <a:bodyPr/>
                    <a:lstStyle/>
                    <a:p>
                      <a:pPr algn="l"/>
                      <a:r>
                        <a:rPr lang="en-US" sz="1100" dirty="0"/>
                        <a:t>A</a:t>
                      </a: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extLst>
                  <a:ext uri="{0D108BD9-81ED-4DB2-BD59-A6C34878D82A}">
                    <a16:rowId xmlns:a16="http://schemas.microsoft.com/office/drawing/2014/main" val="2544639141"/>
                  </a:ext>
                </a:extLst>
              </a:tr>
              <a:tr h="317533">
                <a:tc>
                  <a:txBody>
                    <a:bodyPr/>
                    <a:lstStyle/>
                    <a:p>
                      <a:pPr algn="l"/>
                      <a:r>
                        <a:rPr lang="en-US" sz="1100" dirty="0"/>
                        <a:t>B</a:t>
                      </a: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795320581"/>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4194371909"/>
              </p:ext>
            </p:extLst>
          </p:nvPr>
        </p:nvGraphicFramePr>
        <p:xfrm>
          <a:off x="384177" y="4812421"/>
          <a:ext cx="12674600" cy="1905198"/>
        </p:xfrm>
        <a:graphic>
          <a:graphicData uri="http://schemas.openxmlformats.org/drawingml/2006/table">
            <a:tbl>
              <a:tblPr firstRow="1" bandRow="1">
                <a:tableStyleId>{EB344D84-9AFB-497E-A393-DC336BA19D2E}</a:tableStyleId>
              </a:tblPr>
              <a:tblGrid>
                <a:gridCol w="1584325">
                  <a:extLst>
                    <a:ext uri="{9D8B030D-6E8A-4147-A177-3AD203B41FA5}">
                      <a16:colId xmlns:a16="http://schemas.microsoft.com/office/drawing/2014/main" val="3486819545"/>
                    </a:ext>
                  </a:extLst>
                </a:gridCol>
                <a:gridCol w="1584325">
                  <a:extLst>
                    <a:ext uri="{9D8B030D-6E8A-4147-A177-3AD203B41FA5}">
                      <a16:colId xmlns:a16="http://schemas.microsoft.com/office/drawing/2014/main" val="1624152113"/>
                    </a:ext>
                  </a:extLst>
                </a:gridCol>
                <a:gridCol w="1584325">
                  <a:extLst>
                    <a:ext uri="{9D8B030D-6E8A-4147-A177-3AD203B41FA5}">
                      <a16:colId xmlns:a16="http://schemas.microsoft.com/office/drawing/2014/main" val="869159438"/>
                    </a:ext>
                  </a:extLst>
                </a:gridCol>
                <a:gridCol w="1584325">
                  <a:extLst>
                    <a:ext uri="{9D8B030D-6E8A-4147-A177-3AD203B41FA5}">
                      <a16:colId xmlns:a16="http://schemas.microsoft.com/office/drawing/2014/main" val="3851222575"/>
                    </a:ext>
                  </a:extLst>
                </a:gridCol>
                <a:gridCol w="1584325">
                  <a:extLst>
                    <a:ext uri="{9D8B030D-6E8A-4147-A177-3AD203B41FA5}">
                      <a16:colId xmlns:a16="http://schemas.microsoft.com/office/drawing/2014/main" val="3559254195"/>
                    </a:ext>
                  </a:extLst>
                </a:gridCol>
                <a:gridCol w="1584325">
                  <a:extLst>
                    <a:ext uri="{9D8B030D-6E8A-4147-A177-3AD203B41FA5}">
                      <a16:colId xmlns:a16="http://schemas.microsoft.com/office/drawing/2014/main" val="181851462"/>
                    </a:ext>
                  </a:extLst>
                </a:gridCol>
                <a:gridCol w="1584325">
                  <a:extLst>
                    <a:ext uri="{9D8B030D-6E8A-4147-A177-3AD203B41FA5}">
                      <a16:colId xmlns:a16="http://schemas.microsoft.com/office/drawing/2014/main" val="2212387799"/>
                    </a:ext>
                  </a:extLst>
                </a:gridCol>
                <a:gridCol w="1584325">
                  <a:extLst>
                    <a:ext uri="{9D8B030D-6E8A-4147-A177-3AD203B41FA5}">
                      <a16:colId xmlns:a16="http://schemas.microsoft.com/office/drawing/2014/main" val="1427960670"/>
                    </a:ext>
                  </a:extLst>
                </a:gridCol>
              </a:tblGrid>
              <a:tr h="317533">
                <a:tc>
                  <a:txBody>
                    <a:bodyPr/>
                    <a:lstStyle/>
                    <a:p>
                      <a:pPr algn="ctr"/>
                      <a:endParaRPr lang="en-US" sz="1300" b="1" dirty="0">
                        <a:solidFill>
                          <a:schemeClr val="bg1"/>
                        </a:solidFill>
                      </a:endParaRP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B</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C</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D</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E</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F</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A</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B</a:t>
                      </a:r>
                    </a:p>
                  </a:txBody>
                  <a:tcPr marL="99229" marR="99229" marT="51599" marB="51599"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extLst>
                  <a:ext uri="{0D108BD9-81ED-4DB2-BD59-A6C34878D82A}">
                    <a16:rowId xmlns:a16="http://schemas.microsoft.com/office/drawing/2014/main" val="961622676"/>
                  </a:ext>
                </a:extLst>
              </a:tr>
              <a:tr h="317533">
                <a:tc>
                  <a:txBody>
                    <a:bodyPr/>
                    <a:lstStyle/>
                    <a:p>
                      <a:pPr algn="l"/>
                      <a:r>
                        <a:rPr lang="en-US" sz="1100" dirty="0"/>
                        <a:t>A</a:t>
                      </a: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tc>
                  <a:txBody>
                    <a:bodyPr/>
                    <a:lstStyle/>
                    <a:p>
                      <a:pPr algn="ctr"/>
                      <a:r>
                        <a:rPr lang="en-US" sz="1100" dirty="0"/>
                        <a:t>123</a:t>
                      </a:r>
                    </a:p>
                  </a:txBody>
                  <a:tcPr marL="99229" marR="99229" marT="51599" marB="51599" anchor="ctr">
                    <a:lnT w="25400" cmpd="sng">
                      <a:noFill/>
                    </a:lnT>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T w="25400" cmpd="sng">
                      <a:noFill/>
                    </a:lnT>
                  </a:tcPr>
                </a:tc>
                <a:extLst>
                  <a:ext uri="{0D108BD9-81ED-4DB2-BD59-A6C34878D82A}">
                    <a16:rowId xmlns:a16="http://schemas.microsoft.com/office/drawing/2014/main" val="3718922474"/>
                  </a:ext>
                </a:extLst>
              </a:tr>
              <a:tr h="317533">
                <a:tc>
                  <a:txBody>
                    <a:bodyPr/>
                    <a:lstStyle/>
                    <a:p>
                      <a:pPr algn="l"/>
                      <a:r>
                        <a:rPr lang="en-US" sz="1100" dirty="0"/>
                        <a:t>B</a:t>
                      </a: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extLst>
                  <a:ext uri="{0D108BD9-81ED-4DB2-BD59-A6C34878D82A}">
                    <a16:rowId xmlns:a16="http://schemas.microsoft.com/office/drawing/2014/main" val="1020663043"/>
                  </a:ext>
                </a:extLst>
              </a:tr>
              <a:tr h="317533">
                <a:tc>
                  <a:txBody>
                    <a:bodyPr/>
                    <a:lstStyle/>
                    <a:p>
                      <a:pPr algn="l"/>
                      <a:r>
                        <a:rPr lang="en-US" sz="1100" dirty="0"/>
                        <a:t>C</a:t>
                      </a: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extLst>
                  <a:ext uri="{0D108BD9-81ED-4DB2-BD59-A6C34878D82A}">
                    <a16:rowId xmlns:a16="http://schemas.microsoft.com/office/drawing/2014/main" val="2856713750"/>
                  </a:ext>
                </a:extLst>
              </a:tr>
              <a:tr h="317533">
                <a:tc>
                  <a:txBody>
                    <a:bodyPr/>
                    <a:lstStyle/>
                    <a:p>
                      <a:pPr algn="l"/>
                      <a:r>
                        <a:rPr lang="en-US" sz="1100" dirty="0"/>
                        <a:t>A</a:t>
                      </a: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tc>
                <a:extLst>
                  <a:ext uri="{0D108BD9-81ED-4DB2-BD59-A6C34878D82A}">
                    <a16:rowId xmlns:a16="http://schemas.microsoft.com/office/drawing/2014/main" val="2544639141"/>
                  </a:ext>
                </a:extLst>
              </a:tr>
              <a:tr h="317533">
                <a:tc>
                  <a:txBody>
                    <a:bodyPr/>
                    <a:lstStyle/>
                    <a:p>
                      <a:pPr algn="l"/>
                      <a:r>
                        <a:rPr lang="en-US" sz="1100" dirty="0"/>
                        <a:t>B</a:t>
                      </a: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marL="99229" marR="99229" marT="51599" marB="51599" anchor="ctr">
                    <a:lnB w="952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795320581"/>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344859112"/>
              </p:ext>
            </p:extLst>
          </p:nvPr>
        </p:nvGraphicFramePr>
        <p:xfrm>
          <a:off x="384177" y="1279464"/>
          <a:ext cx="12674600" cy="1270132"/>
        </p:xfrm>
        <a:graphic>
          <a:graphicData uri="http://schemas.openxmlformats.org/drawingml/2006/table">
            <a:tbl>
              <a:tblPr firstRow="1" bandRow="1">
                <a:tableStyleId>{EB344D84-9AFB-497E-A393-DC336BA19D2E}</a:tableStyleId>
              </a:tblPr>
              <a:tblGrid>
                <a:gridCol w="1584325">
                  <a:extLst>
                    <a:ext uri="{9D8B030D-6E8A-4147-A177-3AD203B41FA5}">
                      <a16:colId xmlns:a16="http://schemas.microsoft.com/office/drawing/2014/main" val="3486819545"/>
                    </a:ext>
                  </a:extLst>
                </a:gridCol>
                <a:gridCol w="1584325">
                  <a:extLst>
                    <a:ext uri="{9D8B030D-6E8A-4147-A177-3AD203B41FA5}">
                      <a16:colId xmlns:a16="http://schemas.microsoft.com/office/drawing/2014/main" val="1624152113"/>
                    </a:ext>
                  </a:extLst>
                </a:gridCol>
                <a:gridCol w="1584325">
                  <a:extLst>
                    <a:ext uri="{9D8B030D-6E8A-4147-A177-3AD203B41FA5}">
                      <a16:colId xmlns:a16="http://schemas.microsoft.com/office/drawing/2014/main" val="869159438"/>
                    </a:ext>
                  </a:extLst>
                </a:gridCol>
                <a:gridCol w="1584325">
                  <a:extLst>
                    <a:ext uri="{9D8B030D-6E8A-4147-A177-3AD203B41FA5}">
                      <a16:colId xmlns:a16="http://schemas.microsoft.com/office/drawing/2014/main" val="3851222575"/>
                    </a:ext>
                  </a:extLst>
                </a:gridCol>
                <a:gridCol w="1584325">
                  <a:extLst>
                    <a:ext uri="{9D8B030D-6E8A-4147-A177-3AD203B41FA5}">
                      <a16:colId xmlns:a16="http://schemas.microsoft.com/office/drawing/2014/main" val="3559254195"/>
                    </a:ext>
                  </a:extLst>
                </a:gridCol>
                <a:gridCol w="1584325">
                  <a:extLst>
                    <a:ext uri="{9D8B030D-6E8A-4147-A177-3AD203B41FA5}">
                      <a16:colId xmlns:a16="http://schemas.microsoft.com/office/drawing/2014/main" val="181851462"/>
                    </a:ext>
                  </a:extLst>
                </a:gridCol>
                <a:gridCol w="1584325">
                  <a:extLst>
                    <a:ext uri="{9D8B030D-6E8A-4147-A177-3AD203B41FA5}">
                      <a16:colId xmlns:a16="http://schemas.microsoft.com/office/drawing/2014/main" val="2212387799"/>
                    </a:ext>
                  </a:extLst>
                </a:gridCol>
                <a:gridCol w="1584325">
                  <a:extLst>
                    <a:ext uri="{9D8B030D-6E8A-4147-A177-3AD203B41FA5}">
                      <a16:colId xmlns:a16="http://schemas.microsoft.com/office/drawing/2014/main" val="1427960670"/>
                    </a:ext>
                  </a:extLst>
                </a:gridCol>
              </a:tblGrid>
              <a:tr h="317533">
                <a:tc>
                  <a:txBody>
                    <a:bodyPr/>
                    <a:lstStyle/>
                    <a:p>
                      <a:pPr algn="ctr"/>
                      <a:endParaRPr lang="en-US" sz="1300" b="1" dirty="0">
                        <a:solidFill>
                          <a:schemeClr val="bg1"/>
                        </a:solidFill>
                      </a:endParaRPr>
                    </a:p>
                  </a:txBody>
                  <a:tcPr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B</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C</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D</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E</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F</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A</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tc>
                  <a:txBody>
                    <a:bodyPr/>
                    <a:lstStyle/>
                    <a:p>
                      <a:pPr algn="ctr"/>
                      <a:r>
                        <a:rPr lang="en-US" sz="1300" b="1" dirty="0">
                          <a:solidFill>
                            <a:schemeClr val="bg1"/>
                          </a:solidFill>
                        </a:rPr>
                        <a:t>B</a:t>
                      </a:r>
                    </a:p>
                  </a:txBody>
                  <a:tcPr anchor="ctr">
                    <a:lnL>
                      <a:noFill/>
                    </a:lnL>
                    <a:lnR>
                      <a:noFill/>
                    </a:lnR>
                    <a:lnT w="25400" cmpd="sng">
                      <a:noFill/>
                    </a:lnT>
                    <a:lnB w="25400" cmpd="sng">
                      <a:noFill/>
                    </a:lnB>
                    <a:lnTlToBr w="12700" cmpd="sng">
                      <a:noFill/>
                      <a:prstDash val="solid"/>
                    </a:lnTlToBr>
                    <a:lnBlToTr w="12700" cmpd="sng">
                      <a:noFill/>
                      <a:prstDash val="solid"/>
                    </a:lnBlToTr>
                    <a:solidFill>
                      <a:srgbClr val="356BAC"/>
                    </a:solidFill>
                  </a:tcPr>
                </a:tc>
                <a:extLst>
                  <a:ext uri="{0D108BD9-81ED-4DB2-BD59-A6C34878D82A}">
                    <a16:rowId xmlns:a16="http://schemas.microsoft.com/office/drawing/2014/main" val="961622676"/>
                  </a:ext>
                </a:extLst>
              </a:tr>
              <a:tr h="317533">
                <a:tc>
                  <a:txBody>
                    <a:bodyPr/>
                    <a:lstStyle/>
                    <a:p>
                      <a:pPr algn="l"/>
                      <a:r>
                        <a:rPr lang="en-US" sz="1100" dirty="0"/>
                        <a:t>A</a:t>
                      </a:r>
                    </a:p>
                  </a:txBody>
                  <a:tcPr anchor="ctr">
                    <a:lnT w="25400" cmpd="sng">
                      <a:noFill/>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25400" cmpd="sng">
                      <a:noFill/>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25400" cmpd="sng">
                      <a:noFill/>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25400" cmpd="sng">
                      <a:noFill/>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25400" cmpd="sng">
                      <a:noFill/>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25400" cmpd="sng">
                      <a:noFill/>
                    </a:lnT>
                    <a:lnB w="9525" cap="flat" cmpd="sng" algn="ctr">
                      <a:solidFill>
                        <a:schemeClr val="bg1">
                          <a:lumMod val="50000"/>
                        </a:schemeClr>
                      </a:solidFill>
                      <a:prstDash val="solid"/>
                      <a:round/>
                      <a:headEnd type="none" w="med" len="med"/>
                      <a:tailEnd type="none" w="med" len="med"/>
                    </a:lnB>
                    <a:noFill/>
                  </a:tcPr>
                </a:tc>
                <a:tc>
                  <a:txBody>
                    <a:bodyPr/>
                    <a:lstStyle/>
                    <a:p>
                      <a:pPr algn="ctr"/>
                      <a:r>
                        <a:rPr lang="en-US" sz="1100" dirty="0"/>
                        <a:t>123</a:t>
                      </a:r>
                    </a:p>
                  </a:txBody>
                  <a:tcPr anchor="ctr">
                    <a:lnT w="25400" cmpd="sng">
                      <a:noFill/>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25400" cmpd="sng">
                      <a:noFill/>
                    </a:lnT>
                    <a:lnB w="952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18922474"/>
                  </a:ext>
                </a:extLst>
              </a:tr>
              <a:tr h="317533">
                <a:tc>
                  <a:txBody>
                    <a:bodyPr/>
                    <a:lstStyle/>
                    <a:p>
                      <a:pPr algn="l"/>
                      <a:r>
                        <a:rPr lang="en-US" sz="1100" dirty="0"/>
                        <a:t>B</a:t>
                      </a: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544639141"/>
                  </a:ext>
                </a:extLst>
              </a:tr>
              <a:tr h="317533">
                <a:tc>
                  <a:txBody>
                    <a:bodyPr/>
                    <a:lstStyle/>
                    <a:p>
                      <a:pPr algn="l"/>
                      <a:r>
                        <a:rPr lang="en-US" sz="1100" dirty="0"/>
                        <a:t>C</a:t>
                      </a: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marL="0" marR="0" lvl="0" indent="0" algn="ctr" defTabSz="990570"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123</a:t>
                      </a:r>
                      <a:endParaRPr kumimoji="0" lang="en-US" sz="1100" b="0" i="0" u="none" strike="noStrike" kern="1200" cap="none" spc="0" normalizeH="0" baseline="0" noProof="0" dirty="0">
                        <a:ln>
                          <a:noFill/>
                        </a:ln>
                        <a:solidFill>
                          <a:srgbClr val="000000"/>
                        </a:solidFill>
                        <a:effectLst/>
                        <a:uLnTx/>
                        <a:uFillTx/>
                        <a:latin typeface="Lato" panose="020F0502020204030203" pitchFamily="34" charset="0"/>
                        <a:ea typeface="KaiTi_GB2312"/>
                        <a:cs typeface="+mn-cs"/>
                      </a:endParaRPr>
                    </a:p>
                  </a:txBody>
                  <a:tcPr anchor="ct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95320581"/>
                  </a:ext>
                </a:extLst>
              </a:tr>
            </a:tbl>
          </a:graphicData>
        </a:graphic>
      </p:graphicFrame>
      <p:sp>
        <p:nvSpPr>
          <p:cNvPr id="6"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350271" y="6826583"/>
            <a:ext cx="5760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Lato" panose="020F0502020204030203" pitchFamily="34" charset="0"/>
              </a:rPr>
              <a:t>***</a:t>
            </a: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，中信证券研究部</a:t>
            </a:r>
          </a:p>
        </p:txBody>
      </p:sp>
    </p:spTree>
    <p:extLst>
      <p:ext uri="{BB962C8B-B14F-4D97-AF65-F5344CB8AC3E}">
        <p14:creationId xmlns:p14="http://schemas.microsoft.com/office/powerpoint/2010/main" val="756104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384175" y="180231"/>
            <a:ext cx="12674600" cy="788176"/>
          </a:xfrm>
          <a:prstGeom prst="rect">
            <a:avLst/>
          </a:prstGeom>
        </p:spPr>
        <p:txBody>
          <a:bodyPr/>
          <a:lstStyle>
            <a:lvl1pPr algn="l" defTabSz="995363" rtl="0" eaLnBrk="1" fontAlgn="base" hangingPunct="1">
              <a:spcBef>
                <a:spcPct val="0"/>
              </a:spcBef>
              <a:spcAft>
                <a:spcPct val="0"/>
              </a:spcAft>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zh-CN" altLang="en-US" kern="0" dirty="0"/>
              <a:t>柱状图</a:t>
            </a:r>
          </a:p>
        </p:txBody>
      </p:sp>
      <p:graphicFrame>
        <p:nvGraphicFramePr>
          <p:cNvPr id="3" name="Chart 14"/>
          <p:cNvGraphicFramePr/>
          <p:nvPr>
            <p:extLst>
              <p:ext uri="{D42A27DB-BD31-4B8C-83A1-F6EECF244321}">
                <p14:modId xmlns:p14="http://schemas.microsoft.com/office/powerpoint/2010/main" val="1587107296"/>
              </p:ext>
            </p:extLst>
          </p:nvPr>
        </p:nvGraphicFramePr>
        <p:xfrm>
          <a:off x="384176" y="4538905"/>
          <a:ext cx="6179774" cy="208466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15"/>
          <p:cNvGraphicFramePr/>
          <p:nvPr>
            <p:extLst>
              <p:ext uri="{D42A27DB-BD31-4B8C-83A1-F6EECF244321}">
                <p14:modId xmlns:p14="http://schemas.microsoft.com/office/powerpoint/2010/main" val="1483607218"/>
              </p:ext>
            </p:extLst>
          </p:nvPr>
        </p:nvGraphicFramePr>
        <p:xfrm>
          <a:off x="6871677" y="4538905"/>
          <a:ext cx="6187098" cy="208466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25"/>
          <p:cNvGraphicFramePr/>
          <p:nvPr>
            <p:extLst>
              <p:ext uri="{D42A27DB-BD31-4B8C-83A1-F6EECF244321}">
                <p14:modId xmlns:p14="http://schemas.microsoft.com/office/powerpoint/2010/main" val="169151518"/>
              </p:ext>
            </p:extLst>
          </p:nvPr>
        </p:nvGraphicFramePr>
        <p:xfrm>
          <a:off x="384176" y="1742627"/>
          <a:ext cx="6179774" cy="208466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7"/>
          <p:cNvGraphicFramePr/>
          <p:nvPr>
            <p:extLst>
              <p:ext uri="{D42A27DB-BD31-4B8C-83A1-F6EECF244321}">
                <p14:modId xmlns:p14="http://schemas.microsoft.com/office/powerpoint/2010/main" val="3700309091"/>
              </p:ext>
            </p:extLst>
          </p:nvPr>
        </p:nvGraphicFramePr>
        <p:xfrm>
          <a:off x="6871677" y="1742627"/>
          <a:ext cx="6187098" cy="2084661"/>
        </p:xfrm>
        <a:graphic>
          <a:graphicData uri="http://schemas.openxmlformats.org/drawingml/2006/chart">
            <c:chart xmlns:c="http://schemas.openxmlformats.org/drawingml/2006/chart" xmlns:r="http://schemas.openxmlformats.org/officeDocument/2006/relationships" r:id="rId5"/>
          </a:graphicData>
        </a:graphic>
      </p:graphicFrame>
      <p:sp>
        <p:nvSpPr>
          <p:cNvPr id="7" name="文本占位符 5"/>
          <p:cNvSpPr txBox="1">
            <a:spLocks/>
          </p:cNvSpPr>
          <p:nvPr/>
        </p:nvSpPr>
        <p:spPr>
          <a:xfrm>
            <a:off x="384671" y="1289253"/>
            <a:ext cx="6178092" cy="297688"/>
          </a:xfrm>
          <a:prstGeom prst="round1Rect">
            <a:avLst>
              <a:gd name="adj" fmla="val 50000"/>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8" name="文本占位符 5"/>
          <p:cNvSpPr txBox="1">
            <a:spLocks/>
          </p:cNvSpPr>
          <p:nvPr/>
        </p:nvSpPr>
        <p:spPr>
          <a:xfrm>
            <a:off x="6880296" y="1289253"/>
            <a:ext cx="6175921" cy="297688"/>
          </a:xfrm>
          <a:prstGeom prst="round1Rect">
            <a:avLst>
              <a:gd name="adj" fmla="val 422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9" name="文本占位符 5"/>
          <p:cNvSpPr txBox="1">
            <a:spLocks/>
          </p:cNvSpPr>
          <p:nvPr/>
        </p:nvSpPr>
        <p:spPr>
          <a:xfrm>
            <a:off x="384671" y="4086063"/>
            <a:ext cx="6178092" cy="297688"/>
          </a:xfrm>
          <a:prstGeom prst="round1Rect">
            <a:avLst>
              <a:gd name="adj" fmla="val 422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0" name="文本占位符 5"/>
          <p:cNvSpPr txBox="1">
            <a:spLocks/>
          </p:cNvSpPr>
          <p:nvPr/>
        </p:nvSpPr>
        <p:spPr>
          <a:xfrm>
            <a:off x="6880296" y="4086063"/>
            <a:ext cx="6175921" cy="297688"/>
          </a:xfrm>
          <a:prstGeom prst="round1Rect">
            <a:avLst>
              <a:gd name="adj" fmla="val 486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1" name="文本框 10"/>
          <p:cNvSpPr txBox="1"/>
          <p:nvPr/>
        </p:nvSpPr>
        <p:spPr>
          <a:xfrm>
            <a:off x="384175" y="1598584"/>
            <a:ext cx="769336"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sp>
        <p:nvSpPr>
          <p:cNvPr id="12" name="文本框 11"/>
          <p:cNvSpPr txBox="1"/>
          <p:nvPr/>
        </p:nvSpPr>
        <p:spPr>
          <a:xfrm>
            <a:off x="6878320" y="1598584"/>
            <a:ext cx="769066"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sp>
        <p:nvSpPr>
          <p:cNvPr id="13" name="文本框 12"/>
          <p:cNvSpPr txBox="1"/>
          <p:nvPr/>
        </p:nvSpPr>
        <p:spPr>
          <a:xfrm>
            <a:off x="384175" y="4414773"/>
            <a:ext cx="769336"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sp>
        <p:nvSpPr>
          <p:cNvPr id="14" name="文本框 13"/>
          <p:cNvSpPr txBox="1"/>
          <p:nvPr/>
        </p:nvSpPr>
        <p:spPr>
          <a:xfrm>
            <a:off x="6878320" y="4414773"/>
            <a:ext cx="769066"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sp>
        <p:nvSpPr>
          <p:cNvPr id="15"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6937499" y="6737350"/>
            <a:ext cx="5760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Lato" panose="020F0502020204030203" pitchFamily="34" charset="0"/>
              </a:rPr>
              <a:t>***</a:t>
            </a: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，中信证券研究部</a:t>
            </a:r>
          </a:p>
        </p:txBody>
      </p:sp>
      <p:sp>
        <p:nvSpPr>
          <p:cNvPr id="16"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404459" y="6737350"/>
            <a:ext cx="5760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Lato" panose="020F0502020204030203" pitchFamily="34" charset="0"/>
              </a:rPr>
              <a:t>***</a:t>
            </a: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，中信证券研究部</a:t>
            </a:r>
          </a:p>
        </p:txBody>
      </p:sp>
    </p:spTree>
    <p:extLst>
      <p:ext uri="{BB962C8B-B14F-4D97-AF65-F5344CB8AC3E}">
        <p14:creationId xmlns:p14="http://schemas.microsoft.com/office/powerpoint/2010/main" val="1414790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384175" y="180231"/>
            <a:ext cx="12674600" cy="788176"/>
          </a:xfrm>
          <a:prstGeom prst="rect">
            <a:avLst/>
          </a:prstGeom>
        </p:spPr>
        <p:txBody>
          <a:bodyPr/>
          <a:lstStyle>
            <a:lvl1pPr algn="l" defTabSz="995363" rtl="0" eaLnBrk="1" fontAlgn="base" hangingPunct="1">
              <a:spcBef>
                <a:spcPct val="0"/>
              </a:spcBef>
              <a:spcAft>
                <a:spcPct val="0"/>
              </a:spcAft>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zh-CN" altLang="en-US" kern="0" dirty="0"/>
              <a:t>饼图</a:t>
            </a:r>
          </a:p>
        </p:txBody>
      </p:sp>
      <p:graphicFrame>
        <p:nvGraphicFramePr>
          <p:cNvPr id="3" name="Chart 20"/>
          <p:cNvGraphicFramePr/>
          <p:nvPr>
            <p:extLst>
              <p:ext uri="{D42A27DB-BD31-4B8C-83A1-F6EECF244321}">
                <p14:modId xmlns:p14="http://schemas.microsoft.com/office/powerpoint/2010/main" val="2555403707"/>
              </p:ext>
            </p:extLst>
          </p:nvPr>
        </p:nvGraphicFramePr>
        <p:xfrm>
          <a:off x="6880297" y="1583716"/>
          <a:ext cx="6178478" cy="242119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27"/>
          <p:cNvGraphicFramePr/>
          <p:nvPr>
            <p:extLst>
              <p:ext uri="{D42A27DB-BD31-4B8C-83A1-F6EECF244321}">
                <p14:modId xmlns:p14="http://schemas.microsoft.com/office/powerpoint/2010/main" val="104905227"/>
              </p:ext>
            </p:extLst>
          </p:nvPr>
        </p:nvGraphicFramePr>
        <p:xfrm>
          <a:off x="384175" y="4343688"/>
          <a:ext cx="6178588" cy="242119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28"/>
          <p:cNvGraphicFramePr/>
          <p:nvPr>
            <p:extLst>
              <p:ext uri="{D42A27DB-BD31-4B8C-83A1-F6EECF244321}">
                <p14:modId xmlns:p14="http://schemas.microsoft.com/office/powerpoint/2010/main" val="3291342649"/>
              </p:ext>
            </p:extLst>
          </p:nvPr>
        </p:nvGraphicFramePr>
        <p:xfrm>
          <a:off x="6880297" y="4360437"/>
          <a:ext cx="6178478" cy="242119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13"/>
          <p:cNvGraphicFramePr/>
          <p:nvPr>
            <p:extLst>
              <p:ext uri="{D42A27DB-BD31-4B8C-83A1-F6EECF244321}">
                <p14:modId xmlns:p14="http://schemas.microsoft.com/office/powerpoint/2010/main" val="4270998522"/>
              </p:ext>
            </p:extLst>
          </p:nvPr>
        </p:nvGraphicFramePr>
        <p:xfrm>
          <a:off x="384175" y="1583716"/>
          <a:ext cx="6178588" cy="2421192"/>
        </p:xfrm>
        <a:graphic>
          <a:graphicData uri="http://schemas.openxmlformats.org/drawingml/2006/chart">
            <c:chart xmlns:c="http://schemas.openxmlformats.org/drawingml/2006/chart" xmlns:r="http://schemas.openxmlformats.org/officeDocument/2006/relationships" r:id="rId5"/>
          </a:graphicData>
        </a:graphic>
      </p:graphicFrame>
      <p:sp>
        <p:nvSpPr>
          <p:cNvPr id="7" name="文本框 6"/>
          <p:cNvSpPr txBox="1"/>
          <p:nvPr/>
        </p:nvSpPr>
        <p:spPr>
          <a:xfrm>
            <a:off x="1621508" y="1598584"/>
            <a:ext cx="769398" cy="232830"/>
          </a:xfrm>
          <a:prstGeom prst="rect">
            <a:avLst/>
          </a:prstGeom>
          <a:noFill/>
        </p:spPr>
        <p:txBody>
          <a:bodyPr wrap="square" lIns="39692" tIns="39692" rIns="39692" bIns="39692" rtlCol="0" anchor="ctr" anchorCtr="0">
            <a:spAutoFit/>
          </a:bodyPr>
          <a:lstStyle/>
          <a:p>
            <a:pPr algn="ctr"/>
            <a:r>
              <a:rPr lang="zh-CN" altLang="en-US" sz="992" dirty="0">
                <a:latin typeface="Lato" panose="020F0502020204030203" pitchFamily="34" charset="0"/>
                <a:ea typeface="黑体" panose="02010609060101010101" pitchFamily="49" charset="-122"/>
              </a:rPr>
              <a:t>（单位）</a:t>
            </a:r>
          </a:p>
        </p:txBody>
      </p:sp>
      <p:sp>
        <p:nvSpPr>
          <p:cNvPr id="8" name="文本占位符 5">
            <a:extLst>
              <a:ext uri="{FF2B5EF4-FFF2-40B4-BE49-F238E27FC236}">
                <a16:creationId xmlns:a16="http://schemas.microsoft.com/office/drawing/2014/main" id="{6326DCFD-8DDA-B0D1-37F8-55AD306CCCD4}"/>
              </a:ext>
            </a:extLst>
          </p:cNvPr>
          <p:cNvSpPr txBox="1">
            <a:spLocks/>
          </p:cNvSpPr>
          <p:nvPr/>
        </p:nvSpPr>
        <p:spPr>
          <a:xfrm>
            <a:off x="384671" y="1289253"/>
            <a:ext cx="6178092" cy="297688"/>
          </a:xfrm>
          <a:prstGeom prst="round1Rect">
            <a:avLst>
              <a:gd name="adj" fmla="val 50000"/>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9" name="文本占位符 5">
            <a:extLst>
              <a:ext uri="{FF2B5EF4-FFF2-40B4-BE49-F238E27FC236}">
                <a16:creationId xmlns:a16="http://schemas.microsoft.com/office/drawing/2014/main" id="{62027E5E-2FCB-41E3-CBC4-E4B3F6B4E762}"/>
              </a:ext>
            </a:extLst>
          </p:cNvPr>
          <p:cNvSpPr txBox="1">
            <a:spLocks/>
          </p:cNvSpPr>
          <p:nvPr/>
        </p:nvSpPr>
        <p:spPr>
          <a:xfrm>
            <a:off x="6880296" y="1289253"/>
            <a:ext cx="6175921" cy="297688"/>
          </a:xfrm>
          <a:prstGeom prst="round1Rect">
            <a:avLst>
              <a:gd name="adj" fmla="val 422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0" name="文本占位符 5">
            <a:extLst>
              <a:ext uri="{FF2B5EF4-FFF2-40B4-BE49-F238E27FC236}">
                <a16:creationId xmlns:a16="http://schemas.microsoft.com/office/drawing/2014/main" id="{FF3F6940-AF6F-263B-463B-AD425F80C791}"/>
              </a:ext>
            </a:extLst>
          </p:cNvPr>
          <p:cNvSpPr txBox="1">
            <a:spLocks/>
          </p:cNvSpPr>
          <p:nvPr/>
        </p:nvSpPr>
        <p:spPr>
          <a:xfrm>
            <a:off x="384671" y="4086063"/>
            <a:ext cx="6178092" cy="297688"/>
          </a:xfrm>
          <a:prstGeom prst="round1Rect">
            <a:avLst>
              <a:gd name="adj" fmla="val 422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1" name="文本占位符 5">
            <a:extLst>
              <a:ext uri="{FF2B5EF4-FFF2-40B4-BE49-F238E27FC236}">
                <a16:creationId xmlns:a16="http://schemas.microsoft.com/office/drawing/2014/main" id="{D8765F0A-D971-0B9B-FE87-E79916F8D8FF}"/>
              </a:ext>
            </a:extLst>
          </p:cNvPr>
          <p:cNvSpPr txBox="1">
            <a:spLocks/>
          </p:cNvSpPr>
          <p:nvPr/>
        </p:nvSpPr>
        <p:spPr>
          <a:xfrm>
            <a:off x="6880296" y="4086063"/>
            <a:ext cx="6175921" cy="297688"/>
          </a:xfrm>
          <a:prstGeom prst="round1Rect">
            <a:avLst>
              <a:gd name="adj" fmla="val 48664"/>
            </a:avLst>
          </a:prstGeom>
          <a:solidFill>
            <a:schemeClr val="accent2"/>
          </a:solidFill>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a:spcBef>
                <a:spcPts val="0"/>
              </a:spcBef>
              <a:buNone/>
              <a:defRPr/>
            </a:pPr>
            <a:r>
              <a:rPr lang="zh-CN" altLang="en-US" sz="1544" kern="0" dirty="0">
                <a:solidFill>
                  <a:srgbClr val="FFFFFF"/>
                </a:solidFill>
                <a:latin typeface="Lato" panose="020F0502020204030203" pitchFamily="34" charset="0"/>
                <a:ea typeface="黑体" panose="02010609060101010101" pitchFamily="49" charset="-122"/>
              </a:rPr>
              <a:t>标题</a:t>
            </a:r>
          </a:p>
        </p:txBody>
      </p:sp>
      <p:sp>
        <p:nvSpPr>
          <p:cNvPr id="12"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6937499" y="6737350"/>
            <a:ext cx="5760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Lato" panose="020F0502020204030203" pitchFamily="34" charset="0"/>
              </a:rPr>
              <a:t>***</a:t>
            </a: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，中信证券研究部</a:t>
            </a:r>
          </a:p>
        </p:txBody>
      </p:sp>
      <p:sp>
        <p:nvSpPr>
          <p:cNvPr id="13" name="Text Box 31">
            <a:extLst>
              <a:ext uri="{FF2B5EF4-FFF2-40B4-BE49-F238E27FC236}">
                <a16:creationId xmlns:a16="http://schemas.microsoft.com/office/drawing/2014/main" id="{09D7FC20-45F1-E406-6013-BFEFF1167C2D}"/>
              </a:ext>
            </a:extLst>
          </p:cNvPr>
          <p:cNvSpPr txBox="1">
            <a:spLocks noChangeArrowheads="1"/>
          </p:cNvSpPr>
          <p:nvPr/>
        </p:nvSpPr>
        <p:spPr bwMode="auto">
          <a:xfrm>
            <a:off x="404459" y="6737350"/>
            <a:ext cx="5760000" cy="13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chorCtr="0"/>
          <a:lstStyle>
            <a:lvl1pPr defTabSz="995363">
              <a:defRPr sz="2400">
                <a:solidFill>
                  <a:schemeClr val="tx1"/>
                </a:solidFill>
                <a:latin typeface="Times New Roman" pitchFamily="18" charset="0"/>
                <a:ea typeface="新細明體" pitchFamily="18" charset="-120"/>
              </a:defRPr>
            </a:lvl1pPr>
            <a:lvl2pPr marL="498475" defTabSz="995363">
              <a:defRPr sz="2400">
                <a:solidFill>
                  <a:schemeClr val="tx1"/>
                </a:solidFill>
                <a:latin typeface="Times New Roman" pitchFamily="18" charset="0"/>
                <a:ea typeface="新細明體" pitchFamily="18" charset="-120"/>
              </a:defRPr>
            </a:lvl2pPr>
            <a:lvl3pPr marL="995363" defTabSz="995363">
              <a:defRPr sz="2400">
                <a:solidFill>
                  <a:schemeClr val="tx1"/>
                </a:solidFill>
                <a:latin typeface="Times New Roman" pitchFamily="18" charset="0"/>
                <a:ea typeface="新細明體" pitchFamily="18" charset="-120"/>
              </a:defRPr>
            </a:lvl3pPr>
            <a:lvl4pPr marL="1493838" defTabSz="995363">
              <a:defRPr sz="2400">
                <a:solidFill>
                  <a:schemeClr val="tx1"/>
                </a:solidFill>
                <a:latin typeface="Times New Roman" pitchFamily="18" charset="0"/>
                <a:ea typeface="新細明體" pitchFamily="18" charset="-120"/>
              </a:defRPr>
            </a:lvl4pPr>
            <a:lvl5pPr marL="1992313" defTabSz="995363">
              <a:defRPr sz="2400">
                <a:solidFill>
                  <a:schemeClr val="tx1"/>
                </a:solidFill>
                <a:latin typeface="Times New Roman" pitchFamily="18" charset="0"/>
                <a:ea typeface="新細明體" pitchFamily="18" charset="-120"/>
              </a:defRPr>
            </a:lvl5pPr>
            <a:lvl6pPr marL="24495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067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3639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21113" defTabSz="995363"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a:spcBef>
                <a:spcPts val="0"/>
              </a:spcBef>
            </a:pP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资料来源：</a:t>
            </a:r>
            <a:r>
              <a:rPr lang="en-US" altLang="zh-CN" sz="900" b="0" spc="20" dirty="0">
                <a:solidFill>
                  <a:srgbClr val="000066"/>
                </a:solidFill>
                <a:latin typeface="Lato" panose="020F0502020204030203" pitchFamily="34" charset="0"/>
                <a:ea typeface="黑体" panose="02010609060101010101" pitchFamily="49" charset="-122"/>
                <a:cs typeface="Lato" panose="020F0502020204030203" pitchFamily="34" charset="0"/>
              </a:rPr>
              <a:t>***</a:t>
            </a:r>
            <a:r>
              <a:rPr lang="zh-CN" altLang="en-US" sz="900" b="0" spc="20" dirty="0">
                <a:solidFill>
                  <a:srgbClr val="000066"/>
                </a:solidFill>
                <a:latin typeface="Lato" panose="020F0502020204030203" pitchFamily="34" charset="0"/>
                <a:ea typeface="黑体" panose="02010609060101010101" pitchFamily="49" charset="-122"/>
                <a:cs typeface="Lato" panose="020F0502020204030203" pitchFamily="34" charset="0"/>
              </a:rPr>
              <a:t>，中信证券研究部</a:t>
            </a:r>
          </a:p>
        </p:txBody>
      </p:sp>
    </p:spTree>
    <p:extLst>
      <p:ext uri="{BB962C8B-B14F-4D97-AF65-F5344CB8AC3E}">
        <p14:creationId xmlns:p14="http://schemas.microsoft.com/office/powerpoint/2010/main" val="1079669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456779" y="36215"/>
            <a:ext cx="12674600" cy="932192"/>
          </a:xfrm>
        </p:spPr>
        <p:txBody>
          <a:bodyPr/>
          <a:lstStyle/>
          <a:p>
            <a:r>
              <a:rPr lang="zh-CN" altLang="en-US" b="1" dirty="0"/>
              <a:t>并列</a:t>
            </a:r>
          </a:p>
        </p:txBody>
      </p:sp>
      <p:grpSp>
        <p:nvGrpSpPr>
          <p:cNvPr id="6" name="组合 5">
            <a:extLst>
              <a:ext uri="{FF2B5EF4-FFF2-40B4-BE49-F238E27FC236}">
                <a16:creationId xmlns:a16="http://schemas.microsoft.com/office/drawing/2014/main" id="{5947D85F-881F-C7A8-5319-3E2B4B1AFCE8}"/>
              </a:ext>
            </a:extLst>
          </p:cNvPr>
          <p:cNvGrpSpPr/>
          <p:nvPr/>
        </p:nvGrpSpPr>
        <p:grpSpPr>
          <a:xfrm>
            <a:off x="384175" y="2281544"/>
            <a:ext cx="12674600" cy="4091376"/>
            <a:chOff x="2166442" y="2281544"/>
            <a:chExt cx="9110066" cy="3815504"/>
          </a:xfrm>
        </p:grpSpPr>
        <p:sp>
          <p:nvSpPr>
            <p:cNvPr id="7" name="Text Placeholder 3"/>
            <p:cNvSpPr txBox="1">
              <a:spLocks/>
            </p:cNvSpPr>
            <p:nvPr/>
          </p:nvSpPr>
          <p:spPr>
            <a:xfrm>
              <a:off x="2166442" y="2580690"/>
              <a:ext cx="2778417" cy="3516358"/>
            </a:xfrm>
            <a:prstGeom prst="rect">
              <a:avLst/>
            </a:prstGeom>
            <a:noFill/>
            <a:ln>
              <a:solidFill>
                <a:schemeClr val="bg1">
                  <a:lumMod val="50000"/>
                </a:schemeClr>
              </a:solidFill>
            </a:ln>
          </p:spPr>
          <p:txBody>
            <a:bodyPr vert="horz" lIns="99229" tIns="51599" rIns="99229" bIns="51599" rtlCol="0" anchor="t" anchorCtr="0">
              <a:noAutofit/>
            </a:bodyPr>
            <a:lstStyle>
              <a:lvl1pPr marL="180573" indent="-180573" algn="l" rtl="0" eaLnBrk="1" fontAlgn="base" hangingPunct="1">
                <a:spcBef>
                  <a:spcPct val="20000"/>
                </a:spcBef>
                <a:spcAft>
                  <a:spcPct val="20000"/>
                </a:spcAft>
                <a:buClr>
                  <a:srgbClr val="D20A10"/>
                </a:buClr>
                <a:buSzPct val="60000"/>
                <a:buFont typeface="Wingdings" pitchFamily="2" charset="2"/>
                <a:buChar char="n"/>
                <a:tabLst/>
                <a:defRPr kumimoji="1" lang="en-US" altLang="zh-TW" sz="1192" dirty="0" smtClean="0">
                  <a:solidFill>
                    <a:srgbClr val="000000"/>
                  </a:solidFill>
                  <a:latin typeface="+mn-lt"/>
                  <a:ea typeface="+mn-ea"/>
                  <a:cs typeface="+mn-cs"/>
                </a:defRPr>
              </a:lvl1pPr>
              <a:lvl2pPr marL="550316" indent="-175413" algn="l" rtl="0" eaLnBrk="1" fontAlgn="base" hangingPunct="1">
                <a:spcBef>
                  <a:spcPct val="20000"/>
                </a:spcBef>
                <a:spcAft>
                  <a:spcPct val="20000"/>
                </a:spcAft>
                <a:buClr>
                  <a:schemeClr val="bg1">
                    <a:lumMod val="50000"/>
                  </a:schemeClr>
                </a:buClr>
                <a:buSzPct val="60000"/>
                <a:buFont typeface="Wingdings" pitchFamily="2" charset="2"/>
                <a:buChar char="l"/>
                <a:defRPr kumimoji="1" lang="en-US" altLang="zh-TW" sz="1192" dirty="0" smtClean="0">
                  <a:solidFill>
                    <a:srgbClr val="000000"/>
                  </a:solidFill>
                  <a:latin typeface="+mn-lt"/>
                  <a:ea typeface="+mn-ea"/>
                </a:defRPr>
              </a:lvl2pPr>
              <a:lvl3pPr marL="863309" indent="-151337" algn="l" rtl="0" eaLnBrk="1" fontAlgn="base" hangingPunct="1">
                <a:spcBef>
                  <a:spcPct val="20000"/>
                </a:spcBef>
                <a:spcAft>
                  <a:spcPct val="20000"/>
                </a:spcAft>
                <a:buClr>
                  <a:srgbClr val="808080"/>
                </a:buClr>
                <a:buSzPct val="60000"/>
                <a:buFont typeface="Monotype Corsiva" pitchFamily="66" charset="0"/>
                <a:buChar char="►"/>
                <a:defRPr kumimoji="1" lang="en-US" altLang="zh-TW" sz="1192" dirty="0" smtClean="0">
                  <a:solidFill>
                    <a:srgbClr val="000000"/>
                  </a:solidFill>
                  <a:latin typeface="+mn-lt"/>
                  <a:ea typeface="+mn-ea"/>
                </a:defRPr>
              </a:lvl3pPr>
              <a:lvl4pPr marL="1238212" indent="-165095"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4pPr>
              <a:lvl5pPr marL="1559804" indent="-189171"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5pPr>
              <a:lvl6pPr marL="205508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6pPr>
              <a:lvl7pPr marL="255037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7pPr>
              <a:lvl8pPr marL="304565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8pPr>
              <a:lvl9pPr marL="354094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9pPr>
            </a:lstStyle>
            <a:p>
              <a:pPr algn="just">
                <a:lnSpc>
                  <a:spcPct val="120000"/>
                </a:lnSpc>
                <a:spcBef>
                  <a:spcPts val="331"/>
                </a:spcBef>
                <a:spcAft>
                  <a:spcPts val="0"/>
                </a:spcAft>
                <a:buClr>
                  <a:srgbClr val="C01C20"/>
                </a:buClr>
                <a:buSzPct val="70000"/>
                <a:defRPr/>
              </a:pPr>
              <a:r>
                <a:rPr lang="zh-CN" altLang="en-US" sz="1323" dirty="0">
                  <a:solidFill>
                    <a:schemeClr val="tx1"/>
                  </a:solidFill>
                  <a:latin typeface="Lato" panose="020F0502020204030203" pitchFamily="34" charset="0"/>
                  <a:ea typeface="黑体" panose="02010609060101010101" pitchFamily="49" charset="-122"/>
                </a:rPr>
                <a:t>此处替换文本</a:t>
              </a:r>
            </a:p>
            <a:p>
              <a:pPr marL="396900" algn="just">
                <a:lnSpc>
                  <a:spcPct val="120000"/>
                </a:lnSpc>
                <a:spcBef>
                  <a:spcPts val="331"/>
                </a:spcBef>
                <a:spcAft>
                  <a:spcPts val="0"/>
                </a:spcAft>
                <a:buClr>
                  <a:schemeClr val="accent2"/>
                </a:buClr>
                <a:buSzPct val="70000"/>
                <a:buFont typeface="Wingdings" panose="05000000000000000000" pitchFamily="2" charset="2"/>
                <a:buChar char="l"/>
                <a:defRPr/>
              </a:pPr>
              <a:r>
                <a:rPr lang="zh-CN" altLang="en-US" sz="1323" dirty="0">
                  <a:solidFill>
                    <a:schemeClr val="tx1"/>
                  </a:solidFill>
                  <a:latin typeface="Lato" panose="020F0502020204030203" pitchFamily="34" charset="0"/>
                  <a:ea typeface="黑体" panose="02010609060101010101" pitchFamily="49" charset="-122"/>
                </a:rPr>
                <a:t>此处替换文本</a:t>
              </a:r>
            </a:p>
          </p:txBody>
        </p:sp>
        <p:sp>
          <p:nvSpPr>
            <p:cNvPr id="8" name="Text Placeholder 3"/>
            <p:cNvSpPr txBox="1">
              <a:spLocks/>
            </p:cNvSpPr>
            <p:nvPr/>
          </p:nvSpPr>
          <p:spPr>
            <a:xfrm>
              <a:off x="5332267" y="2580690"/>
              <a:ext cx="2778417" cy="3516358"/>
            </a:xfrm>
            <a:prstGeom prst="rect">
              <a:avLst/>
            </a:prstGeom>
            <a:noFill/>
            <a:ln>
              <a:solidFill>
                <a:schemeClr val="bg1">
                  <a:lumMod val="50000"/>
                </a:schemeClr>
              </a:solidFill>
            </a:ln>
          </p:spPr>
          <p:txBody>
            <a:bodyPr vert="horz" lIns="99229" tIns="51599" rIns="99229" bIns="51599" rtlCol="0" anchor="t" anchorCtr="0">
              <a:noAutofit/>
            </a:bodyPr>
            <a:lstStyle>
              <a:lvl1pPr marL="180573" indent="-180573" algn="l" rtl="0" eaLnBrk="1" fontAlgn="base" hangingPunct="1">
                <a:spcBef>
                  <a:spcPct val="20000"/>
                </a:spcBef>
                <a:spcAft>
                  <a:spcPct val="20000"/>
                </a:spcAft>
                <a:buClr>
                  <a:srgbClr val="D20A10"/>
                </a:buClr>
                <a:buSzPct val="60000"/>
                <a:buFont typeface="Wingdings" pitchFamily="2" charset="2"/>
                <a:buChar char="n"/>
                <a:tabLst/>
                <a:defRPr kumimoji="1" lang="en-US" altLang="zh-TW" sz="1192" dirty="0" smtClean="0">
                  <a:solidFill>
                    <a:srgbClr val="000000"/>
                  </a:solidFill>
                  <a:latin typeface="+mn-lt"/>
                  <a:ea typeface="+mn-ea"/>
                  <a:cs typeface="+mn-cs"/>
                </a:defRPr>
              </a:lvl1pPr>
              <a:lvl2pPr marL="550316" indent="-175413" algn="l" rtl="0" eaLnBrk="1" fontAlgn="base" hangingPunct="1">
                <a:spcBef>
                  <a:spcPct val="20000"/>
                </a:spcBef>
                <a:spcAft>
                  <a:spcPct val="20000"/>
                </a:spcAft>
                <a:buClr>
                  <a:schemeClr val="bg1">
                    <a:lumMod val="50000"/>
                  </a:schemeClr>
                </a:buClr>
                <a:buSzPct val="60000"/>
                <a:buFont typeface="Wingdings" pitchFamily="2" charset="2"/>
                <a:buChar char="l"/>
                <a:defRPr kumimoji="1" lang="en-US" altLang="zh-TW" sz="1192" dirty="0" smtClean="0">
                  <a:solidFill>
                    <a:srgbClr val="000000"/>
                  </a:solidFill>
                  <a:latin typeface="+mn-lt"/>
                  <a:ea typeface="+mn-ea"/>
                </a:defRPr>
              </a:lvl2pPr>
              <a:lvl3pPr marL="863309" indent="-151337" algn="l" rtl="0" eaLnBrk="1" fontAlgn="base" hangingPunct="1">
                <a:spcBef>
                  <a:spcPct val="20000"/>
                </a:spcBef>
                <a:spcAft>
                  <a:spcPct val="20000"/>
                </a:spcAft>
                <a:buClr>
                  <a:srgbClr val="808080"/>
                </a:buClr>
                <a:buSzPct val="60000"/>
                <a:buFont typeface="Monotype Corsiva" pitchFamily="66" charset="0"/>
                <a:buChar char="►"/>
                <a:defRPr kumimoji="1" lang="en-US" altLang="zh-TW" sz="1192" dirty="0" smtClean="0">
                  <a:solidFill>
                    <a:srgbClr val="000000"/>
                  </a:solidFill>
                  <a:latin typeface="+mn-lt"/>
                  <a:ea typeface="+mn-ea"/>
                </a:defRPr>
              </a:lvl3pPr>
              <a:lvl4pPr marL="1238212" indent="-165095"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4pPr>
              <a:lvl5pPr marL="1559804" indent="-189171"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5pPr>
              <a:lvl6pPr marL="205508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6pPr>
              <a:lvl7pPr marL="255037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7pPr>
              <a:lvl8pPr marL="304565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8pPr>
              <a:lvl9pPr marL="354094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9pPr>
            </a:lstStyle>
            <a:p>
              <a:pPr algn="just">
                <a:lnSpc>
                  <a:spcPct val="120000"/>
                </a:lnSpc>
                <a:spcBef>
                  <a:spcPts val="331"/>
                </a:spcBef>
                <a:spcAft>
                  <a:spcPts val="0"/>
                </a:spcAft>
                <a:buClr>
                  <a:srgbClr val="C01C20"/>
                </a:buClr>
                <a:buSzPct val="70000"/>
                <a:defRPr/>
              </a:pPr>
              <a:r>
                <a:rPr lang="zh-CN" altLang="en-US" sz="1323" dirty="0">
                  <a:solidFill>
                    <a:schemeClr val="tx1"/>
                  </a:solidFill>
                  <a:latin typeface="Lato" panose="020F0502020204030203" pitchFamily="34" charset="0"/>
                  <a:ea typeface="黑体" panose="02010609060101010101" pitchFamily="49" charset="-122"/>
                </a:rPr>
                <a:t>此处替换文本</a:t>
              </a:r>
            </a:p>
            <a:p>
              <a:pPr marL="396900" algn="just">
                <a:lnSpc>
                  <a:spcPct val="120000"/>
                </a:lnSpc>
                <a:spcBef>
                  <a:spcPts val="331"/>
                </a:spcBef>
                <a:spcAft>
                  <a:spcPts val="0"/>
                </a:spcAft>
                <a:buClr>
                  <a:schemeClr val="accent2"/>
                </a:buClr>
                <a:buSzPct val="70000"/>
                <a:buFont typeface="Wingdings" panose="05000000000000000000" pitchFamily="2" charset="2"/>
                <a:buChar char="l"/>
                <a:defRPr/>
              </a:pPr>
              <a:r>
                <a:rPr lang="zh-CN" altLang="en-US" sz="1323" dirty="0">
                  <a:solidFill>
                    <a:schemeClr val="tx1"/>
                  </a:solidFill>
                  <a:latin typeface="Lato" panose="020F0502020204030203" pitchFamily="34" charset="0"/>
                  <a:ea typeface="黑体" panose="02010609060101010101" pitchFamily="49" charset="-122"/>
                </a:rPr>
                <a:t>此处替换文本</a:t>
              </a:r>
            </a:p>
          </p:txBody>
        </p:sp>
        <p:sp>
          <p:nvSpPr>
            <p:cNvPr id="9" name="Text Placeholder 3"/>
            <p:cNvSpPr txBox="1">
              <a:spLocks/>
            </p:cNvSpPr>
            <p:nvPr/>
          </p:nvSpPr>
          <p:spPr>
            <a:xfrm>
              <a:off x="8498091" y="2580690"/>
              <a:ext cx="2778417" cy="3516358"/>
            </a:xfrm>
            <a:prstGeom prst="rect">
              <a:avLst/>
            </a:prstGeom>
            <a:noFill/>
            <a:ln>
              <a:solidFill>
                <a:schemeClr val="bg1">
                  <a:lumMod val="50000"/>
                </a:schemeClr>
              </a:solidFill>
            </a:ln>
          </p:spPr>
          <p:txBody>
            <a:bodyPr vert="horz" lIns="99229" tIns="51599" rIns="99229" bIns="51599" rtlCol="0" anchor="t" anchorCtr="0">
              <a:noAutofit/>
            </a:bodyPr>
            <a:lstStyle>
              <a:lvl1pPr marL="180573" indent="-180573" algn="l" rtl="0" eaLnBrk="1" fontAlgn="base" hangingPunct="1">
                <a:spcBef>
                  <a:spcPct val="20000"/>
                </a:spcBef>
                <a:spcAft>
                  <a:spcPct val="20000"/>
                </a:spcAft>
                <a:buClr>
                  <a:srgbClr val="D20A10"/>
                </a:buClr>
                <a:buSzPct val="60000"/>
                <a:buFont typeface="Wingdings" pitchFamily="2" charset="2"/>
                <a:buChar char="n"/>
                <a:tabLst/>
                <a:defRPr kumimoji="1" lang="en-US" altLang="zh-TW" sz="1192" dirty="0" smtClean="0">
                  <a:solidFill>
                    <a:srgbClr val="000000"/>
                  </a:solidFill>
                  <a:latin typeface="+mn-lt"/>
                  <a:ea typeface="+mn-ea"/>
                  <a:cs typeface="+mn-cs"/>
                </a:defRPr>
              </a:lvl1pPr>
              <a:lvl2pPr marL="550316" indent="-175413" algn="l" rtl="0" eaLnBrk="1" fontAlgn="base" hangingPunct="1">
                <a:spcBef>
                  <a:spcPct val="20000"/>
                </a:spcBef>
                <a:spcAft>
                  <a:spcPct val="20000"/>
                </a:spcAft>
                <a:buClr>
                  <a:schemeClr val="bg1">
                    <a:lumMod val="50000"/>
                  </a:schemeClr>
                </a:buClr>
                <a:buSzPct val="60000"/>
                <a:buFont typeface="Wingdings" pitchFamily="2" charset="2"/>
                <a:buChar char="l"/>
                <a:defRPr kumimoji="1" lang="en-US" altLang="zh-TW" sz="1192" dirty="0" smtClean="0">
                  <a:solidFill>
                    <a:srgbClr val="000000"/>
                  </a:solidFill>
                  <a:latin typeface="+mn-lt"/>
                  <a:ea typeface="+mn-ea"/>
                </a:defRPr>
              </a:lvl2pPr>
              <a:lvl3pPr marL="863309" indent="-151337" algn="l" rtl="0" eaLnBrk="1" fontAlgn="base" hangingPunct="1">
                <a:spcBef>
                  <a:spcPct val="20000"/>
                </a:spcBef>
                <a:spcAft>
                  <a:spcPct val="20000"/>
                </a:spcAft>
                <a:buClr>
                  <a:srgbClr val="808080"/>
                </a:buClr>
                <a:buSzPct val="60000"/>
                <a:buFont typeface="Monotype Corsiva" pitchFamily="66" charset="0"/>
                <a:buChar char="►"/>
                <a:defRPr kumimoji="1" lang="en-US" altLang="zh-TW" sz="1192" dirty="0" smtClean="0">
                  <a:solidFill>
                    <a:srgbClr val="000000"/>
                  </a:solidFill>
                  <a:latin typeface="+mn-lt"/>
                  <a:ea typeface="+mn-ea"/>
                </a:defRPr>
              </a:lvl3pPr>
              <a:lvl4pPr marL="1238212" indent="-165095"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4pPr>
              <a:lvl5pPr marL="1559804" indent="-189171" algn="l" rtl="0" eaLnBrk="1" fontAlgn="base" hangingPunct="1">
                <a:spcBef>
                  <a:spcPct val="20000"/>
                </a:spcBef>
                <a:spcAft>
                  <a:spcPct val="20000"/>
                </a:spcAft>
                <a:buClr>
                  <a:srgbClr val="808080"/>
                </a:buClr>
                <a:buFont typeface="Monotype Corsiva" pitchFamily="66" charset="0"/>
                <a:buChar char="–"/>
                <a:defRPr kumimoji="1" lang="en-US" altLang="zh-TW" sz="1192" dirty="0" smtClean="0">
                  <a:solidFill>
                    <a:srgbClr val="000000"/>
                  </a:solidFill>
                  <a:latin typeface="+mn-lt"/>
                  <a:ea typeface="+mn-ea"/>
                </a:defRPr>
              </a:lvl5pPr>
              <a:lvl6pPr marL="205508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6pPr>
              <a:lvl7pPr marL="255037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7pPr>
              <a:lvl8pPr marL="3045658"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8pPr>
              <a:lvl9pPr marL="3540943" indent="-189171" algn="l" rtl="0" fontAlgn="base">
                <a:spcBef>
                  <a:spcPct val="20000"/>
                </a:spcBef>
                <a:spcAft>
                  <a:spcPct val="20000"/>
                </a:spcAft>
                <a:buClr>
                  <a:srgbClr val="808080"/>
                </a:buClr>
                <a:buFont typeface="Monotype Corsiva" pitchFamily="66" charset="0"/>
                <a:buChar char="–"/>
                <a:defRPr kumimoji="1" sz="1408">
                  <a:solidFill>
                    <a:schemeClr val="tx1"/>
                  </a:solidFill>
                  <a:latin typeface="+mn-lt"/>
                  <a:ea typeface="+mn-ea"/>
                </a:defRPr>
              </a:lvl9pPr>
            </a:lstStyle>
            <a:p>
              <a:pPr algn="just">
                <a:lnSpc>
                  <a:spcPct val="120000"/>
                </a:lnSpc>
                <a:spcBef>
                  <a:spcPts val="331"/>
                </a:spcBef>
                <a:spcAft>
                  <a:spcPts val="0"/>
                </a:spcAft>
                <a:buClr>
                  <a:srgbClr val="C01C20"/>
                </a:buClr>
                <a:buSzPct val="70000"/>
                <a:defRPr/>
              </a:pPr>
              <a:r>
                <a:rPr lang="zh-CN" altLang="en-US" sz="1323" dirty="0">
                  <a:solidFill>
                    <a:schemeClr val="tx1"/>
                  </a:solidFill>
                  <a:latin typeface="Lato" panose="020F0502020204030203" pitchFamily="34" charset="0"/>
                  <a:ea typeface="黑体" panose="02010609060101010101" pitchFamily="49" charset="-122"/>
                </a:rPr>
                <a:t>此处替换文本</a:t>
              </a:r>
            </a:p>
            <a:p>
              <a:pPr marL="396900" algn="just">
                <a:lnSpc>
                  <a:spcPct val="120000"/>
                </a:lnSpc>
                <a:spcBef>
                  <a:spcPts val="331"/>
                </a:spcBef>
                <a:spcAft>
                  <a:spcPts val="0"/>
                </a:spcAft>
                <a:buClr>
                  <a:schemeClr val="accent2"/>
                </a:buClr>
                <a:buSzPct val="70000"/>
                <a:buFont typeface="Wingdings" panose="05000000000000000000" pitchFamily="2" charset="2"/>
                <a:buChar char="l"/>
                <a:defRPr/>
              </a:pPr>
              <a:r>
                <a:rPr lang="zh-CN" altLang="en-US" sz="1323" dirty="0">
                  <a:solidFill>
                    <a:schemeClr val="tx1"/>
                  </a:solidFill>
                  <a:latin typeface="Lato" panose="020F0502020204030203" pitchFamily="34" charset="0"/>
                  <a:ea typeface="黑体" panose="02010609060101010101" pitchFamily="49" charset="-122"/>
                </a:rPr>
                <a:t>此处替换文本</a:t>
              </a:r>
            </a:p>
          </p:txBody>
        </p:sp>
        <p:sp>
          <p:nvSpPr>
            <p:cNvPr id="10" name="文本占位符 5"/>
            <p:cNvSpPr txBox="1">
              <a:spLocks/>
            </p:cNvSpPr>
            <p:nvPr/>
          </p:nvSpPr>
          <p:spPr>
            <a:xfrm>
              <a:off x="2166442" y="2281544"/>
              <a:ext cx="2778417" cy="297688"/>
            </a:xfrm>
            <a:prstGeom prst="rect">
              <a:avLst/>
            </a:prstGeom>
            <a:solidFill>
              <a:schemeClr val="accent2"/>
            </a:solidFill>
            <a:ln>
              <a:solidFill>
                <a:schemeClr val="accent2"/>
              </a:solidFill>
            </a:ln>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defTabSz="1055714" eaLnBrk="1" fontAlgn="auto" hangingPunct="1">
                <a:spcBef>
                  <a:spcPts val="0"/>
                </a:spcBef>
                <a:spcAft>
                  <a:spcPts val="0"/>
                </a:spcAft>
                <a:buClrTx/>
                <a:buSzTx/>
                <a:buNone/>
                <a:defRPr/>
              </a:pPr>
              <a:r>
                <a:rPr lang="zh-CN" altLang="en-US" sz="1544" kern="0" dirty="0">
                  <a:solidFill>
                    <a:sysClr val="window" lastClr="FFFFFF"/>
                  </a:solidFill>
                  <a:latin typeface="Lato" panose="020F0502020204030203" pitchFamily="34" charset="0"/>
                  <a:ea typeface="黑体" panose="02010609060101010101" pitchFamily="49" charset="-122"/>
                  <a:cs typeface="Lato" panose="020F0502020204030203" pitchFamily="34" charset="0"/>
                </a:rPr>
                <a:t>此处替换文本</a:t>
              </a:r>
            </a:p>
          </p:txBody>
        </p:sp>
        <p:sp>
          <p:nvSpPr>
            <p:cNvPr id="11" name="文本占位符 5"/>
            <p:cNvSpPr txBox="1">
              <a:spLocks/>
            </p:cNvSpPr>
            <p:nvPr/>
          </p:nvSpPr>
          <p:spPr>
            <a:xfrm>
              <a:off x="5332267" y="2281544"/>
              <a:ext cx="2778417" cy="297688"/>
            </a:xfrm>
            <a:prstGeom prst="rect">
              <a:avLst/>
            </a:prstGeom>
            <a:solidFill>
              <a:schemeClr val="accent2"/>
            </a:solidFill>
            <a:ln>
              <a:solidFill>
                <a:schemeClr val="accent2"/>
              </a:solidFill>
            </a:ln>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defTabSz="1055714" eaLnBrk="1" fontAlgn="auto" hangingPunct="1">
                <a:spcBef>
                  <a:spcPts val="0"/>
                </a:spcBef>
                <a:spcAft>
                  <a:spcPts val="0"/>
                </a:spcAft>
                <a:buClrTx/>
                <a:buSzTx/>
                <a:buNone/>
                <a:defRPr/>
              </a:pPr>
              <a:r>
                <a:rPr lang="zh-CN" altLang="en-US" sz="1544" kern="0" dirty="0">
                  <a:solidFill>
                    <a:sysClr val="window" lastClr="FFFFFF"/>
                  </a:solidFill>
                  <a:latin typeface="Lato" panose="020F0502020204030203" pitchFamily="34" charset="0"/>
                  <a:ea typeface="黑体" panose="02010609060101010101" pitchFamily="49" charset="-122"/>
                  <a:cs typeface="Lato" panose="020F0502020204030203" pitchFamily="34" charset="0"/>
                </a:rPr>
                <a:t>此处替换文本</a:t>
              </a:r>
            </a:p>
          </p:txBody>
        </p:sp>
        <p:sp>
          <p:nvSpPr>
            <p:cNvPr id="12" name="文本占位符 5"/>
            <p:cNvSpPr txBox="1">
              <a:spLocks/>
            </p:cNvSpPr>
            <p:nvPr/>
          </p:nvSpPr>
          <p:spPr>
            <a:xfrm>
              <a:off x="8498091" y="2281544"/>
              <a:ext cx="2778417" cy="297688"/>
            </a:xfrm>
            <a:prstGeom prst="rect">
              <a:avLst/>
            </a:prstGeom>
            <a:solidFill>
              <a:schemeClr val="accent2"/>
            </a:solidFill>
            <a:ln>
              <a:solidFill>
                <a:schemeClr val="accent2"/>
              </a:solidFill>
            </a:ln>
          </p:spPr>
          <p:txBody>
            <a:bodyPr anchor="ctr" anchorCtr="0"/>
            <a:lstStyle>
              <a:lvl1pPr marL="150495" indent="-150495"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cs typeface="+mn-cs"/>
                </a:defRPr>
              </a:lvl1pPr>
              <a:lvl2pPr marL="641350" indent="-147320" algn="l" defTabSz="945515" rtl="0" eaLnBrk="0" fontAlgn="base" hangingPunct="0">
                <a:spcBef>
                  <a:spcPct val="20000"/>
                </a:spcBef>
                <a:spcAft>
                  <a:spcPct val="0"/>
                </a:spcAft>
                <a:buClr>
                  <a:srgbClr val="003399"/>
                </a:buClr>
                <a:buSzPct val="50000"/>
                <a:buFont typeface="Wingdings" panose="05000000000000000000" pitchFamily="2" charset="2"/>
                <a:buChar char="n"/>
                <a:defRPr sz="1300">
                  <a:solidFill>
                    <a:schemeClr val="tx1"/>
                  </a:solidFill>
                  <a:latin typeface="+mn-lt"/>
                  <a:ea typeface="+mn-ea"/>
                </a:defRPr>
              </a:lvl2pPr>
              <a:lvl3pPr marL="1130935" indent="-156845" algn="l" defTabSz="945515" rtl="0" eaLnBrk="0" fontAlgn="base" hangingPunct="0">
                <a:spcBef>
                  <a:spcPct val="20000"/>
                </a:spcBef>
                <a:spcAft>
                  <a:spcPct val="0"/>
                </a:spcAft>
                <a:buClr>
                  <a:srgbClr val="003399"/>
                </a:buClr>
                <a:buSzPct val="50000"/>
                <a:buFont typeface="Wingdings" panose="05000000000000000000" pitchFamily="2" charset="2"/>
                <a:buChar char="n"/>
                <a:defRPr sz="1100">
                  <a:solidFill>
                    <a:schemeClr val="tx1"/>
                  </a:solidFill>
                  <a:latin typeface="+mn-lt"/>
                  <a:ea typeface="+mn-ea"/>
                </a:defRPr>
              </a:lvl3pPr>
              <a:lvl4pPr marL="1541145" indent="-107950" algn="l" defTabSz="945515" rtl="0" eaLnBrk="0" fontAlgn="base" hangingPunct="0">
                <a:spcBef>
                  <a:spcPct val="20000"/>
                </a:spcBef>
                <a:spcAft>
                  <a:spcPct val="0"/>
                </a:spcAft>
                <a:buClr>
                  <a:srgbClr val="003399"/>
                </a:buClr>
                <a:buSzPct val="50000"/>
                <a:buFont typeface="Wingdings" panose="05000000000000000000" pitchFamily="2" charset="2"/>
                <a:buChar char="n"/>
                <a:defRPr sz="900">
                  <a:solidFill>
                    <a:schemeClr val="tx1"/>
                  </a:solidFill>
                  <a:latin typeface="+mn-lt"/>
                  <a:ea typeface="+mn-ea"/>
                </a:defRPr>
              </a:lvl4pPr>
              <a:lvl5pPr marL="2023110" indent="-114300" algn="l" defTabSz="945515" rtl="0" eaLnBrk="0" fontAlgn="base" hangingPunct="0">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5pPr>
              <a:lvl6pPr marL="244729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6pPr>
              <a:lvl7pPr marL="286258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7pPr>
              <a:lvl8pPr marL="327787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8pPr>
              <a:lvl9pPr marL="3693160" indent="-123825" algn="l" defTabSz="954405" rtl="0" fontAlgn="base">
                <a:spcBef>
                  <a:spcPct val="20000"/>
                </a:spcBef>
                <a:spcAft>
                  <a:spcPct val="0"/>
                </a:spcAft>
                <a:buClr>
                  <a:srgbClr val="003399"/>
                </a:buClr>
                <a:buSzPct val="50000"/>
                <a:buFont typeface="Wingdings" panose="05000000000000000000" pitchFamily="2" charset="2"/>
                <a:buChar char="n"/>
                <a:defRPr sz="800">
                  <a:solidFill>
                    <a:schemeClr val="tx1"/>
                  </a:solidFill>
                  <a:latin typeface="+mn-lt"/>
                  <a:ea typeface="+mn-ea"/>
                </a:defRPr>
              </a:lvl9pPr>
            </a:lstStyle>
            <a:p>
              <a:pPr marL="0" indent="0" algn="ctr" defTabSz="1055714" eaLnBrk="1" fontAlgn="auto" hangingPunct="1">
                <a:spcBef>
                  <a:spcPts val="0"/>
                </a:spcBef>
                <a:spcAft>
                  <a:spcPts val="0"/>
                </a:spcAft>
                <a:buClrTx/>
                <a:buSzTx/>
                <a:buNone/>
                <a:defRPr/>
              </a:pPr>
              <a:r>
                <a:rPr lang="zh-CN" altLang="en-US" sz="1544" kern="0" dirty="0">
                  <a:solidFill>
                    <a:sysClr val="window" lastClr="FFFFFF"/>
                  </a:solidFill>
                  <a:latin typeface="Lato" panose="020F0502020204030203" pitchFamily="34" charset="0"/>
                  <a:ea typeface="黑体" panose="02010609060101010101" pitchFamily="49" charset="-122"/>
                  <a:cs typeface="Lato" panose="020F0502020204030203" pitchFamily="34" charset="0"/>
                </a:rPr>
                <a:t>此处替换文本</a:t>
              </a:r>
            </a:p>
          </p:txBody>
        </p:sp>
      </p:grpSp>
      <p:sp>
        <p:nvSpPr>
          <p:cNvPr id="13" name="文本占位符 2">
            <a:extLst>
              <a:ext uri="{FF2B5EF4-FFF2-40B4-BE49-F238E27FC236}">
                <a16:creationId xmlns:a16="http://schemas.microsoft.com/office/drawing/2014/main" id="{8C10A5DF-860B-52B9-7541-45FC2632FD40}"/>
              </a:ext>
            </a:extLst>
          </p:cNvPr>
          <p:cNvSpPr txBox="1">
            <a:spLocks/>
          </p:cNvSpPr>
          <p:nvPr/>
        </p:nvSpPr>
        <p:spPr>
          <a:xfrm>
            <a:off x="384175" y="1092826"/>
            <a:ext cx="12674600" cy="1093201"/>
          </a:xfrm>
          <a:prstGeom prst="rect">
            <a:avLst/>
          </a:prstGeom>
        </p:spPr>
        <p:txBody>
          <a:bodyPr/>
          <a:lstStyle>
            <a:lvl1pPr marL="385763" indent="-385763" algn="l" defTabSz="590550" rtl="0" eaLnBrk="1" fontAlgn="base" hangingPunct="1">
              <a:lnSpc>
                <a:spcPct val="95000"/>
              </a:lnSpc>
              <a:spcBef>
                <a:spcPct val="85000"/>
              </a:spcBef>
              <a:spcAft>
                <a:spcPct val="0"/>
              </a:spcAft>
              <a:buClr>
                <a:srgbClr val="000066"/>
              </a:buClr>
              <a:buFont typeface="Wingdings" panose="05000000000000000000" pitchFamily="2" charset="2"/>
              <a:buChar char="§"/>
              <a:defRPr sz="2600">
                <a:solidFill>
                  <a:srgbClr val="000066"/>
                </a:solidFill>
                <a:latin typeface="Lato" panose="020F0502020204030203" pitchFamily="34" charset="0"/>
                <a:ea typeface="Lato" panose="020F0502020204030203" pitchFamily="34" charset="0"/>
                <a:cs typeface="Lato" panose="020F0502020204030203" pitchFamily="34" charset="0"/>
              </a:defRPr>
            </a:lvl1pPr>
            <a:lvl2pPr marL="735013" indent="-347663" algn="l" defTabSz="590550" rtl="0" eaLnBrk="1" fontAlgn="base" hangingPunct="1">
              <a:lnSpc>
                <a:spcPct val="95000"/>
              </a:lnSpc>
              <a:spcBef>
                <a:spcPct val="50000"/>
              </a:spcBef>
              <a:spcAft>
                <a:spcPct val="0"/>
              </a:spcAft>
              <a:buClr>
                <a:srgbClr val="000066"/>
              </a:buClr>
              <a:buSzPct val="80000"/>
              <a:buFont typeface="Wingdings" panose="05000000000000000000" pitchFamily="2" charset="2"/>
              <a:buChar char="§"/>
              <a:defRPr sz="2200">
                <a:solidFill>
                  <a:srgbClr val="000066"/>
                </a:solidFill>
                <a:latin typeface="Lato" panose="020F0502020204030203" pitchFamily="34" charset="0"/>
                <a:ea typeface="Lato" panose="020F0502020204030203" pitchFamily="34" charset="0"/>
                <a:cs typeface="Lato" panose="020F0502020204030203" pitchFamily="34" charset="0"/>
              </a:defRPr>
            </a:lvl2pPr>
            <a:lvl3pPr marL="1063625" indent="-327025" algn="l" defTabSz="590550" rtl="0" eaLnBrk="1" fontAlgn="base" hangingPunct="1">
              <a:lnSpc>
                <a:spcPct val="95000"/>
              </a:lnSpc>
              <a:spcBef>
                <a:spcPct val="40000"/>
              </a:spcBef>
              <a:spcAft>
                <a:spcPct val="0"/>
              </a:spcAft>
              <a:buClr>
                <a:srgbClr val="000066"/>
              </a:buClr>
              <a:buSzPct val="70000"/>
              <a:buFont typeface="Wingdings" panose="05000000000000000000" pitchFamily="2" charset="2"/>
              <a:buChar char="§"/>
              <a:defRPr sz="2000">
                <a:solidFill>
                  <a:srgbClr val="000066"/>
                </a:solidFill>
                <a:latin typeface="Lato" panose="020F0502020204030203" pitchFamily="34" charset="0"/>
                <a:ea typeface="Lato" panose="020F0502020204030203" pitchFamily="34" charset="0"/>
                <a:cs typeface="Lato" panose="020F0502020204030203" pitchFamily="34" charset="0"/>
              </a:defRPr>
            </a:lvl3pPr>
            <a:lvl4pPr marL="1323975" indent="-258763" algn="l" defTabSz="590550" rtl="0" eaLnBrk="1" fontAlgn="base" hangingPunct="1">
              <a:lnSpc>
                <a:spcPct val="95000"/>
              </a:lnSpc>
              <a:spcBef>
                <a:spcPct val="30000"/>
              </a:spcBef>
              <a:spcAft>
                <a:spcPct val="0"/>
              </a:spcAft>
              <a:buClr>
                <a:srgbClr val="000066"/>
              </a:buClr>
              <a:buSzPct val="70000"/>
              <a:buFont typeface="Wingdings" panose="05000000000000000000" pitchFamily="2" charset="2"/>
              <a:buChar char="§"/>
              <a:defRPr sz="1600">
                <a:solidFill>
                  <a:srgbClr val="000066"/>
                </a:solidFill>
                <a:latin typeface="Lato" panose="020F0502020204030203" pitchFamily="34" charset="0"/>
                <a:ea typeface="Lato" panose="020F0502020204030203" pitchFamily="34" charset="0"/>
                <a:cs typeface="Lato" panose="020F0502020204030203" pitchFamily="34" charset="0"/>
              </a:defRPr>
            </a:lvl4pPr>
            <a:lvl5pPr marL="1550988" indent="-225425" algn="l" defTabSz="590550" rtl="0" eaLnBrk="1" fontAlgn="base" hangingPunct="1">
              <a:lnSpc>
                <a:spcPct val="95000"/>
              </a:lnSpc>
              <a:spcBef>
                <a:spcPct val="20000"/>
              </a:spcBef>
              <a:spcAft>
                <a:spcPct val="0"/>
              </a:spcAft>
              <a:buClr>
                <a:srgbClr val="000066"/>
              </a:buClr>
              <a:buSzPct val="70000"/>
              <a:buFont typeface="Wingdings" panose="05000000000000000000" pitchFamily="2" charset="2"/>
              <a:buChar char="§"/>
              <a:defRPr sz="1300">
                <a:solidFill>
                  <a:srgbClr val="000066"/>
                </a:solidFill>
                <a:latin typeface="Lato" panose="020F0502020204030203" pitchFamily="34" charset="0"/>
                <a:ea typeface="Lato" panose="020F0502020204030203" pitchFamily="34" charset="0"/>
                <a:cs typeface="Lato" panose="020F0502020204030203" pitchFamily="34" charset="0"/>
              </a:defRPr>
            </a:lvl5pPr>
            <a:lvl6pPr marL="20081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6pPr>
            <a:lvl7pPr marL="24653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7pPr>
            <a:lvl8pPr marL="29225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8pPr>
            <a:lvl9pPr marL="3379788" indent="-225425" algn="l" defTabSz="590550" rtl="0" eaLnBrk="1" fontAlgn="base" hangingPunct="1">
              <a:lnSpc>
                <a:spcPct val="95000"/>
              </a:lnSpc>
              <a:spcBef>
                <a:spcPct val="20000"/>
              </a:spcBef>
              <a:spcAft>
                <a:spcPct val="0"/>
              </a:spcAft>
              <a:buClr>
                <a:srgbClr val="FFFF00"/>
              </a:buClr>
              <a:buSzPct val="70000"/>
              <a:buFont typeface="Wingdings" pitchFamily="2" charset="2"/>
              <a:buBlip>
                <a:blip r:embed="rId2"/>
              </a:buBlip>
              <a:defRPr sz="1300">
                <a:solidFill>
                  <a:srgbClr val="000066"/>
                </a:solidFill>
                <a:latin typeface="+mn-lt"/>
                <a:ea typeface="+mn-ea"/>
              </a:defRPr>
            </a:lvl9pPr>
          </a:lstStyle>
          <a:p>
            <a:pPr>
              <a:buClr>
                <a:srgbClr val="D7000F"/>
              </a:buClr>
              <a:buFont typeface="Wingdings" panose="05000000000000000000" pitchFamily="2" charset="2"/>
              <a:buChar char="n"/>
            </a:pPr>
            <a:r>
              <a:rPr lang="zh-CN" altLang="en-US" sz="1400" b="0" kern="0" dirty="0">
                <a:ea typeface="黑体" panose="02010609060101010101" pitchFamily="49" charset="-122"/>
              </a:rPr>
              <a:t>此处替换文本</a:t>
            </a:r>
            <a:endParaRPr lang="en-US" altLang="zh-CN" sz="1400" b="0" kern="0" dirty="0">
              <a:ea typeface="黑体" panose="02010609060101010101" pitchFamily="49" charset="-122"/>
            </a:endParaRPr>
          </a:p>
          <a:p>
            <a:pPr>
              <a:buClr>
                <a:srgbClr val="D7000F"/>
              </a:buClr>
              <a:buFont typeface="Wingdings" panose="05000000000000000000" pitchFamily="2" charset="2"/>
              <a:buChar char="n"/>
            </a:pPr>
            <a:r>
              <a:rPr lang="zh-CN" altLang="en-US" sz="1400" b="0" kern="0" dirty="0">
                <a:ea typeface="黑体" panose="02010609060101010101" pitchFamily="49" charset="-122"/>
              </a:rPr>
              <a:t>此处替换文本</a:t>
            </a:r>
            <a:endParaRPr lang="en-US" altLang="zh-CN" sz="1400" b="0" kern="0" dirty="0">
              <a:ea typeface="黑体" panose="02010609060101010101" pitchFamily="49" charset="-122"/>
            </a:endParaRPr>
          </a:p>
          <a:p>
            <a:pPr>
              <a:buClr>
                <a:srgbClr val="D7000F"/>
              </a:buClr>
              <a:buFont typeface="Wingdings" panose="05000000000000000000" pitchFamily="2" charset="2"/>
              <a:buChar char="n"/>
            </a:pPr>
            <a:r>
              <a:rPr lang="zh-CN" altLang="en-US" sz="1400" b="0" kern="0" dirty="0">
                <a:ea typeface="黑体" panose="02010609060101010101" pitchFamily="49" charset="-122"/>
              </a:rPr>
              <a:t>此处替换文本</a:t>
            </a:r>
            <a:r>
              <a:rPr lang="zh-CN" altLang="en-US" sz="1400" b="1" kern="0" dirty="0">
                <a:solidFill>
                  <a:sysClr val="window" lastClr="FFFFFF"/>
                </a:solidFill>
                <a:ea typeface="黑体" panose="02010609060101010101" pitchFamily="49" charset="-122"/>
              </a:rPr>
              <a:t>处替换文本</a:t>
            </a:r>
          </a:p>
          <a:p>
            <a:pPr>
              <a:buClr>
                <a:srgbClr val="D7000F"/>
              </a:buClr>
              <a:buFont typeface="Wingdings" panose="05000000000000000000" pitchFamily="2" charset="2"/>
              <a:buChar char="n"/>
            </a:pPr>
            <a:endParaRPr lang="zh-CN" altLang="en-US" sz="1400" b="0" kern="0" dirty="0" err="1">
              <a:ea typeface="黑体" panose="02010609060101010101" pitchFamily="49" charset="-122"/>
            </a:endParaRPr>
          </a:p>
        </p:txBody>
      </p:sp>
    </p:spTree>
    <p:extLst>
      <p:ext uri="{BB962C8B-B14F-4D97-AF65-F5344CB8AC3E}">
        <p14:creationId xmlns:p14="http://schemas.microsoft.com/office/powerpoint/2010/main" val="311005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384175" y="205297"/>
            <a:ext cx="12674600" cy="763110"/>
          </a:xfrm>
          <a:prstGeom prst="rect">
            <a:avLst/>
          </a:prstGeom>
        </p:spPr>
        <p:txBody>
          <a:bodyPr/>
          <a:lstStyle>
            <a:lvl1pPr algn="l" defTabSz="995363" rtl="0" eaLnBrk="1" fontAlgn="base" hangingPunct="1">
              <a:spcBef>
                <a:spcPct val="0"/>
              </a:spcBef>
              <a:spcAft>
                <a:spcPct val="0"/>
              </a:spcAft>
              <a:defRPr sz="3400" baseline="0">
                <a:solidFill>
                  <a:srgbClr val="000066"/>
                </a:solidFill>
                <a:latin typeface="Lato" panose="020F0502020204030203" pitchFamily="34" charset="0"/>
                <a:ea typeface="黑体" panose="02010609060101010101" pitchFamily="49" charset="-122"/>
                <a:cs typeface="Arial" panose="020B0604020202020204" pitchFamily="34" charset="0"/>
              </a:defRPr>
            </a:lvl1pPr>
            <a:lvl2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2pPr>
            <a:lvl3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3pPr>
            <a:lvl4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4pPr>
            <a:lvl5pPr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5pPr>
            <a:lvl6pPr marL="4572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6pPr>
            <a:lvl7pPr marL="9144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7pPr>
            <a:lvl8pPr marL="13716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8pPr>
            <a:lvl9pPr marL="1828800" algn="l" defTabSz="995363" rtl="0" eaLnBrk="1" fontAlgn="base" hangingPunct="1">
              <a:spcBef>
                <a:spcPct val="0"/>
              </a:spcBef>
              <a:spcAft>
                <a:spcPct val="0"/>
              </a:spcAft>
              <a:defRPr sz="3500">
                <a:solidFill>
                  <a:srgbClr val="000066"/>
                </a:solidFill>
                <a:latin typeface="Verdana" pitchFamily="34" charset="0"/>
                <a:ea typeface="PMingLiU" pitchFamily="18" charset="-120"/>
              </a:defRPr>
            </a:lvl9pPr>
          </a:lstStyle>
          <a:p>
            <a:r>
              <a:rPr lang="zh-CN" altLang="en-US" kern="0" dirty="0">
                <a:solidFill>
                  <a:schemeClr val="tx1"/>
                </a:solidFill>
              </a:rPr>
              <a:t>递进</a:t>
            </a:r>
          </a:p>
        </p:txBody>
      </p:sp>
      <p:cxnSp>
        <p:nvCxnSpPr>
          <p:cNvPr id="3" name="直接连接符 8"/>
          <p:cNvCxnSpPr>
            <a:cxnSpLocks noChangeShapeType="1"/>
          </p:cNvCxnSpPr>
          <p:nvPr/>
        </p:nvCxnSpPr>
        <p:spPr bwMode="auto">
          <a:xfrm>
            <a:off x="7450263" y="3851979"/>
            <a:ext cx="5568092" cy="0"/>
          </a:xfrm>
          <a:prstGeom prst="line">
            <a:avLst/>
          </a:prstGeom>
          <a:noFill/>
          <a:ln w="9525">
            <a:solidFill>
              <a:schemeClr val="bg1">
                <a:lumMod val="50000"/>
              </a:schemeClr>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 name="直接连接符 8"/>
          <p:cNvCxnSpPr>
            <a:cxnSpLocks noChangeShapeType="1"/>
          </p:cNvCxnSpPr>
          <p:nvPr/>
        </p:nvCxnSpPr>
        <p:spPr bwMode="auto">
          <a:xfrm>
            <a:off x="7347633" y="5704207"/>
            <a:ext cx="5568092" cy="0"/>
          </a:xfrm>
          <a:prstGeom prst="line">
            <a:avLst/>
          </a:prstGeom>
          <a:noFill/>
          <a:ln w="9525">
            <a:solidFill>
              <a:schemeClr val="bg1">
                <a:lumMod val="50000"/>
              </a:schemeClr>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 name="直接连接符 8"/>
          <p:cNvCxnSpPr>
            <a:cxnSpLocks noChangeShapeType="1"/>
          </p:cNvCxnSpPr>
          <p:nvPr/>
        </p:nvCxnSpPr>
        <p:spPr bwMode="auto">
          <a:xfrm>
            <a:off x="7450263" y="2033961"/>
            <a:ext cx="5568092" cy="0"/>
          </a:xfrm>
          <a:prstGeom prst="line">
            <a:avLst/>
          </a:prstGeom>
          <a:noFill/>
          <a:ln w="9525">
            <a:solidFill>
              <a:schemeClr val="bg1">
                <a:lumMod val="50000"/>
              </a:schemeClr>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 name="直接连接符 8"/>
          <p:cNvCxnSpPr>
            <a:cxnSpLocks noChangeShapeType="1"/>
          </p:cNvCxnSpPr>
          <p:nvPr/>
        </p:nvCxnSpPr>
        <p:spPr bwMode="auto">
          <a:xfrm>
            <a:off x="359796" y="4635699"/>
            <a:ext cx="5270006" cy="0"/>
          </a:xfrm>
          <a:prstGeom prst="line">
            <a:avLst/>
          </a:prstGeom>
          <a:noFill/>
          <a:ln w="9525">
            <a:solidFill>
              <a:schemeClr val="bg1">
                <a:lumMod val="50000"/>
              </a:schemeClr>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 name="直接连接符 6"/>
          <p:cNvCxnSpPr>
            <a:cxnSpLocks noChangeShapeType="1"/>
          </p:cNvCxnSpPr>
          <p:nvPr/>
        </p:nvCxnSpPr>
        <p:spPr bwMode="auto">
          <a:xfrm>
            <a:off x="359796" y="2960075"/>
            <a:ext cx="5270006" cy="0"/>
          </a:xfrm>
          <a:prstGeom prst="line">
            <a:avLst/>
          </a:prstGeom>
          <a:noFill/>
          <a:ln w="9525">
            <a:solidFill>
              <a:schemeClr val="bg1">
                <a:lumMod val="50000"/>
              </a:schemeClr>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 name="环形箭头 7"/>
          <p:cNvSpPr/>
          <p:nvPr/>
        </p:nvSpPr>
        <p:spPr>
          <a:xfrm rot="20563910" flipH="1">
            <a:off x="5483185" y="2119487"/>
            <a:ext cx="1644525" cy="1644524"/>
          </a:xfrm>
          <a:prstGeom prst="circularArrow">
            <a:avLst>
              <a:gd name="adj1" fmla="val 9784"/>
              <a:gd name="adj2" fmla="val 1321283"/>
              <a:gd name="adj3" fmla="val 3665794"/>
              <a:gd name="adj4" fmla="val 12516529"/>
              <a:gd name="adj5" fmla="val 1301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08126">
              <a:defRPr/>
            </a:pPr>
            <a:endParaRPr lang="zh-CN" altLang="en-US" sz="2646">
              <a:solidFill>
                <a:schemeClr val="tx1"/>
              </a:solidFill>
              <a:latin typeface="Lato" panose="020F0502020204030203" pitchFamily="34" charset="0"/>
              <a:ea typeface="黑体" panose="02010609060101010101" pitchFamily="49" charset="-122"/>
            </a:endParaRPr>
          </a:p>
        </p:txBody>
      </p:sp>
      <p:sp>
        <p:nvSpPr>
          <p:cNvPr id="9" name="环形箭头 8"/>
          <p:cNvSpPr/>
          <p:nvPr/>
        </p:nvSpPr>
        <p:spPr>
          <a:xfrm rot="1326258">
            <a:off x="6020772" y="3030940"/>
            <a:ext cx="1644525" cy="1642081"/>
          </a:xfrm>
          <a:prstGeom prst="circularArrow">
            <a:avLst>
              <a:gd name="adj1" fmla="val 9784"/>
              <a:gd name="adj2" fmla="val 1321283"/>
              <a:gd name="adj3" fmla="val 3665794"/>
              <a:gd name="adj4" fmla="val 11979516"/>
              <a:gd name="adj5" fmla="val 13011"/>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08126">
              <a:defRPr/>
            </a:pPr>
            <a:endParaRPr lang="zh-CN" altLang="en-US" sz="2646">
              <a:solidFill>
                <a:schemeClr val="tx1"/>
              </a:solidFill>
              <a:latin typeface="Lato" panose="020F0502020204030203" pitchFamily="34" charset="0"/>
              <a:ea typeface="黑体" panose="02010609060101010101" pitchFamily="49" charset="-122"/>
            </a:endParaRPr>
          </a:p>
        </p:txBody>
      </p:sp>
      <p:sp>
        <p:nvSpPr>
          <p:cNvPr id="10" name="环形箭头 9"/>
          <p:cNvSpPr/>
          <p:nvPr/>
        </p:nvSpPr>
        <p:spPr>
          <a:xfrm rot="20563910" flipH="1">
            <a:off x="5414767" y="3876415"/>
            <a:ext cx="1644525" cy="1644525"/>
          </a:xfrm>
          <a:prstGeom prst="circularArrow">
            <a:avLst>
              <a:gd name="adj1" fmla="val 9784"/>
              <a:gd name="adj2" fmla="val 1321283"/>
              <a:gd name="adj3" fmla="val 3665794"/>
              <a:gd name="adj4" fmla="val 11886781"/>
              <a:gd name="adj5" fmla="val 13011"/>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08126">
              <a:defRPr/>
            </a:pPr>
            <a:endParaRPr lang="zh-CN" altLang="en-US" sz="2646">
              <a:solidFill>
                <a:schemeClr val="tx1"/>
              </a:solidFill>
              <a:latin typeface="Lato" panose="020F0502020204030203" pitchFamily="34" charset="0"/>
              <a:ea typeface="黑体" panose="02010609060101010101" pitchFamily="49" charset="-122"/>
            </a:endParaRPr>
          </a:p>
        </p:txBody>
      </p:sp>
      <p:sp>
        <p:nvSpPr>
          <p:cNvPr id="11" name="空心弧 10"/>
          <p:cNvSpPr/>
          <p:nvPr/>
        </p:nvSpPr>
        <p:spPr>
          <a:xfrm rot="3375582">
            <a:off x="6068422" y="4945479"/>
            <a:ext cx="1412385" cy="1409942"/>
          </a:xfrm>
          <a:prstGeom prst="blockArc">
            <a:avLst>
              <a:gd name="adj1" fmla="val 10085559"/>
              <a:gd name="adj2" fmla="val 7052233"/>
              <a:gd name="adj3" fmla="val 1102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08126">
              <a:defRPr/>
            </a:pPr>
            <a:endParaRPr lang="zh-CN" altLang="en-US" sz="2646">
              <a:solidFill>
                <a:schemeClr val="tx1"/>
              </a:solidFill>
              <a:latin typeface="Lato" panose="020F0502020204030203" pitchFamily="34" charset="0"/>
              <a:ea typeface="黑体" panose="02010609060101010101" pitchFamily="49" charset="-122"/>
            </a:endParaRPr>
          </a:p>
        </p:txBody>
      </p:sp>
      <p:sp>
        <p:nvSpPr>
          <p:cNvPr id="12" name="环形箭头 11"/>
          <p:cNvSpPr/>
          <p:nvPr/>
        </p:nvSpPr>
        <p:spPr>
          <a:xfrm rot="1326258">
            <a:off x="6006111" y="1186042"/>
            <a:ext cx="1644525" cy="1644524"/>
          </a:xfrm>
          <a:prstGeom prst="circularArrow">
            <a:avLst>
              <a:gd name="adj1" fmla="val 9784"/>
              <a:gd name="adj2" fmla="val 1068638"/>
              <a:gd name="adj3" fmla="val 3665794"/>
              <a:gd name="adj4" fmla="val 9633027"/>
              <a:gd name="adj5" fmla="val 1301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008126">
              <a:defRPr/>
            </a:pPr>
            <a:endParaRPr lang="zh-CN" altLang="en-US" sz="2646">
              <a:solidFill>
                <a:schemeClr val="tx1"/>
              </a:solidFill>
              <a:latin typeface="Lato" panose="020F0502020204030203" pitchFamily="34" charset="0"/>
              <a:ea typeface="黑体" panose="02010609060101010101" pitchFamily="49" charset="-122"/>
            </a:endParaRPr>
          </a:p>
        </p:txBody>
      </p:sp>
      <p:sp>
        <p:nvSpPr>
          <p:cNvPr id="13" name="TextBox 30"/>
          <p:cNvSpPr txBox="1">
            <a:spLocks noChangeArrowheads="1"/>
          </p:cNvSpPr>
          <p:nvPr/>
        </p:nvSpPr>
        <p:spPr bwMode="auto">
          <a:xfrm>
            <a:off x="6615623" y="1558365"/>
            <a:ext cx="463588" cy="66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1008126" eaLnBrk="1" hangingPunct="1"/>
            <a:r>
              <a:rPr lang="en-US" altLang="zh-CN" sz="3749" dirty="0">
                <a:latin typeface="Lato" panose="020F0502020204030203" pitchFamily="34" charset="0"/>
                <a:ea typeface="黑体" panose="02010609060101010101" pitchFamily="49" charset="-122"/>
              </a:rPr>
              <a:t>1</a:t>
            </a:r>
            <a:endParaRPr lang="zh-CN" altLang="en-US" sz="3749" dirty="0">
              <a:latin typeface="Lato" panose="020F0502020204030203" pitchFamily="34" charset="0"/>
              <a:ea typeface="黑体" panose="02010609060101010101" pitchFamily="49" charset="-122"/>
            </a:endParaRPr>
          </a:p>
        </p:txBody>
      </p:sp>
      <p:sp>
        <p:nvSpPr>
          <p:cNvPr id="14" name="TextBox 31"/>
          <p:cNvSpPr txBox="1">
            <a:spLocks noChangeArrowheads="1"/>
          </p:cNvSpPr>
          <p:nvPr/>
        </p:nvSpPr>
        <p:spPr bwMode="auto">
          <a:xfrm>
            <a:off x="6121373" y="2576312"/>
            <a:ext cx="463588" cy="66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1008126" eaLnBrk="1" hangingPunct="1"/>
            <a:r>
              <a:rPr lang="en-US" altLang="zh-CN" sz="3749" dirty="0">
                <a:latin typeface="Lato" panose="020F0502020204030203" pitchFamily="34" charset="0"/>
                <a:ea typeface="黑体" panose="02010609060101010101" pitchFamily="49" charset="-122"/>
              </a:rPr>
              <a:t>2</a:t>
            </a:r>
            <a:endParaRPr lang="zh-CN" altLang="en-US" sz="3749" dirty="0">
              <a:latin typeface="Lato" panose="020F0502020204030203" pitchFamily="34" charset="0"/>
              <a:ea typeface="黑体" panose="02010609060101010101" pitchFamily="49" charset="-122"/>
            </a:endParaRPr>
          </a:p>
        </p:txBody>
      </p:sp>
      <p:sp>
        <p:nvSpPr>
          <p:cNvPr id="15" name="TextBox 32"/>
          <p:cNvSpPr txBox="1">
            <a:spLocks noChangeArrowheads="1"/>
          </p:cNvSpPr>
          <p:nvPr/>
        </p:nvSpPr>
        <p:spPr bwMode="auto">
          <a:xfrm>
            <a:off x="6644299" y="3453554"/>
            <a:ext cx="463588" cy="66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1008126" eaLnBrk="1" hangingPunct="1"/>
            <a:r>
              <a:rPr lang="en-US" altLang="zh-CN" sz="3749" dirty="0">
                <a:latin typeface="Lato" panose="020F0502020204030203" pitchFamily="34" charset="0"/>
                <a:ea typeface="黑体" panose="02010609060101010101" pitchFamily="49" charset="-122"/>
              </a:rPr>
              <a:t>3</a:t>
            </a:r>
            <a:endParaRPr lang="zh-CN" altLang="en-US" sz="3749" dirty="0">
              <a:latin typeface="Lato" panose="020F0502020204030203" pitchFamily="34" charset="0"/>
              <a:ea typeface="黑体" panose="02010609060101010101" pitchFamily="49" charset="-122"/>
            </a:endParaRPr>
          </a:p>
        </p:txBody>
      </p:sp>
      <p:sp>
        <p:nvSpPr>
          <p:cNvPr id="16" name="TextBox 33"/>
          <p:cNvSpPr txBox="1">
            <a:spLocks noChangeArrowheads="1"/>
          </p:cNvSpPr>
          <p:nvPr/>
        </p:nvSpPr>
        <p:spPr bwMode="auto">
          <a:xfrm>
            <a:off x="6013856" y="4350345"/>
            <a:ext cx="463588" cy="66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1008126" eaLnBrk="1" hangingPunct="1"/>
            <a:r>
              <a:rPr lang="en-US" altLang="zh-CN" sz="3749" dirty="0">
                <a:latin typeface="Lato" panose="020F0502020204030203" pitchFamily="34" charset="0"/>
                <a:ea typeface="黑体" panose="02010609060101010101" pitchFamily="49" charset="-122"/>
              </a:rPr>
              <a:t>4</a:t>
            </a:r>
            <a:endParaRPr lang="zh-CN" altLang="en-US" sz="3749" dirty="0">
              <a:latin typeface="Lato" panose="020F0502020204030203" pitchFamily="34" charset="0"/>
              <a:ea typeface="黑体" panose="02010609060101010101" pitchFamily="49" charset="-122"/>
            </a:endParaRPr>
          </a:p>
        </p:txBody>
      </p:sp>
      <p:sp>
        <p:nvSpPr>
          <p:cNvPr id="17" name="TextBox 34"/>
          <p:cNvSpPr txBox="1">
            <a:spLocks noChangeArrowheads="1"/>
          </p:cNvSpPr>
          <p:nvPr/>
        </p:nvSpPr>
        <p:spPr bwMode="auto">
          <a:xfrm>
            <a:off x="6597871" y="5315556"/>
            <a:ext cx="463588" cy="669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defTabSz="1008126" eaLnBrk="1" hangingPunct="1"/>
            <a:r>
              <a:rPr lang="en-US" altLang="zh-CN" sz="3749" dirty="0">
                <a:latin typeface="Lato" panose="020F0502020204030203" pitchFamily="34" charset="0"/>
                <a:ea typeface="黑体" panose="02010609060101010101" pitchFamily="49" charset="-122"/>
              </a:rPr>
              <a:t>5</a:t>
            </a:r>
            <a:endParaRPr lang="zh-CN" altLang="en-US" sz="3749" dirty="0">
              <a:latin typeface="Lato" panose="020F0502020204030203" pitchFamily="34" charset="0"/>
              <a:ea typeface="黑体" panose="02010609060101010101" pitchFamily="49" charset="-122"/>
            </a:endParaRPr>
          </a:p>
        </p:txBody>
      </p:sp>
      <p:sp>
        <p:nvSpPr>
          <p:cNvPr id="18" name="TextBox 15"/>
          <p:cNvSpPr txBox="1">
            <a:spLocks noChangeArrowheads="1"/>
          </p:cNvSpPr>
          <p:nvPr/>
        </p:nvSpPr>
        <p:spPr bwMode="auto">
          <a:xfrm>
            <a:off x="7557781" y="1640234"/>
            <a:ext cx="1435785" cy="32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r>
              <a:rPr lang="zh-CN" altLang="en-US" sz="1544" dirty="0">
                <a:latin typeface="Lato" panose="020F0502020204030203" pitchFamily="34" charset="0"/>
                <a:ea typeface="黑体" panose="02010609060101010101" pitchFamily="49" charset="-122"/>
              </a:rPr>
              <a:t>标题</a:t>
            </a:r>
          </a:p>
        </p:txBody>
      </p:sp>
      <p:sp>
        <p:nvSpPr>
          <p:cNvPr id="19" name="TextBox 15"/>
          <p:cNvSpPr txBox="1">
            <a:spLocks noChangeArrowheads="1"/>
          </p:cNvSpPr>
          <p:nvPr/>
        </p:nvSpPr>
        <p:spPr bwMode="auto">
          <a:xfrm>
            <a:off x="359796" y="2577632"/>
            <a:ext cx="1358921" cy="32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r>
              <a:rPr lang="zh-CN" altLang="en-US" sz="1544" dirty="0">
                <a:latin typeface="Lato" panose="020F0502020204030203" pitchFamily="34" charset="0"/>
                <a:ea typeface="黑体" panose="02010609060101010101" pitchFamily="49" charset="-122"/>
              </a:rPr>
              <a:t>标题</a:t>
            </a:r>
          </a:p>
        </p:txBody>
      </p:sp>
      <p:sp>
        <p:nvSpPr>
          <p:cNvPr id="20" name="TextBox 15"/>
          <p:cNvSpPr txBox="1">
            <a:spLocks noChangeArrowheads="1"/>
          </p:cNvSpPr>
          <p:nvPr/>
        </p:nvSpPr>
        <p:spPr bwMode="auto">
          <a:xfrm>
            <a:off x="359796" y="4242793"/>
            <a:ext cx="1358921" cy="32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r>
              <a:rPr lang="zh-CN" altLang="en-US" sz="1544" dirty="0">
                <a:latin typeface="Lato" panose="020F0502020204030203" pitchFamily="34" charset="0"/>
                <a:ea typeface="黑体" panose="02010609060101010101" pitchFamily="49" charset="-122"/>
              </a:rPr>
              <a:t>标题</a:t>
            </a:r>
          </a:p>
        </p:txBody>
      </p:sp>
      <p:sp>
        <p:nvSpPr>
          <p:cNvPr id="21" name="TextBox 15"/>
          <p:cNvSpPr txBox="1">
            <a:spLocks noChangeArrowheads="1"/>
          </p:cNvSpPr>
          <p:nvPr/>
        </p:nvSpPr>
        <p:spPr bwMode="auto">
          <a:xfrm>
            <a:off x="7557781" y="3463452"/>
            <a:ext cx="582211" cy="32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r>
              <a:rPr lang="zh-CN" altLang="en-US" sz="1544" dirty="0">
                <a:latin typeface="Lato" panose="020F0502020204030203" pitchFamily="34" charset="0"/>
                <a:ea typeface="黑体" panose="02010609060101010101" pitchFamily="49" charset="-122"/>
              </a:rPr>
              <a:t>标题</a:t>
            </a:r>
          </a:p>
        </p:txBody>
      </p:sp>
      <p:sp>
        <p:nvSpPr>
          <p:cNvPr id="22" name="TextBox 15"/>
          <p:cNvSpPr txBox="1">
            <a:spLocks noChangeArrowheads="1"/>
          </p:cNvSpPr>
          <p:nvPr/>
        </p:nvSpPr>
        <p:spPr bwMode="auto">
          <a:xfrm>
            <a:off x="7557781" y="5319727"/>
            <a:ext cx="582211" cy="32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itchFamily="34" charset="0"/>
                <a:ea typeface="宋体" charset="-122"/>
              </a:defRPr>
            </a:lvl1pPr>
            <a:lvl2pPr marL="742950" indent="-285750" eaLnBrk="0" hangingPunct="0">
              <a:defRPr>
                <a:solidFill>
                  <a:schemeClr val="tx1"/>
                </a:solidFill>
                <a:latin typeface="Calibri" pitchFamily="34" charset="0"/>
                <a:ea typeface="宋体" charset="-122"/>
              </a:defRPr>
            </a:lvl2pPr>
            <a:lvl3pPr marL="1143000" indent="-228600" eaLnBrk="0" hangingPunct="0">
              <a:defRPr>
                <a:solidFill>
                  <a:schemeClr val="tx1"/>
                </a:solidFill>
                <a:latin typeface="Calibri" pitchFamily="34" charset="0"/>
                <a:ea typeface="宋体" charset="-122"/>
              </a:defRPr>
            </a:lvl3pPr>
            <a:lvl4pPr marL="1600200" indent="-228600" eaLnBrk="0" hangingPunct="0">
              <a:defRPr>
                <a:solidFill>
                  <a:schemeClr val="tx1"/>
                </a:solidFill>
                <a:latin typeface="Calibri" pitchFamily="34" charset="0"/>
                <a:ea typeface="宋体" charset="-122"/>
              </a:defRPr>
            </a:lvl4pPr>
            <a:lvl5pPr marL="2057400" indent="-228600" eaLnBrk="0" hangingPunct="0">
              <a:defRPr>
                <a:solidFill>
                  <a:schemeClr val="tx1"/>
                </a:solidFill>
                <a:latin typeface="Calibri" pitchFamily="34" charset="0"/>
                <a:ea typeface="宋体" charset="-122"/>
              </a:defRPr>
            </a:lvl5pPr>
            <a:lvl6pPr marL="2514600" indent="-228600" eaLnBrk="0" fontAlgn="base" hangingPunct="0">
              <a:spcBef>
                <a:spcPct val="0"/>
              </a:spcBef>
              <a:spcAft>
                <a:spcPct val="0"/>
              </a:spcAft>
              <a:defRPr>
                <a:solidFill>
                  <a:schemeClr val="tx1"/>
                </a:solidFill>
                <a:latin typeface="Calibri" pitchFamily="34" charset="0"/>
                <a:ea typeface="宋体" charset="-122"/>
              </a:defRPr>
            </a:lvl6pPr>
            <a:lvl7pPr marL="2971800" indent="-228600" eaLnBrk="0" fontAlgn="base" hangingPunct="0">
              <a:spcBef>
                <a:spcPct val="0"/>
              </a:spcBef>
              <a:spcAft>
                <a:spcPct val="0"/>
              </a:spcAft>
              <a:defRPr>
                <a:solidFill>
                  <a:schemeClr val="tx1"/>
                </a:solidFill>
                <a:latin typeface="Calibri" pitchFamily="34" charset="0"/>
                <a:ea typeface="宋体" charset="-122"/>
              </a:defRPr>
            </a:lvl7pPr>
            <a:lvl8pPr marL="3429000" indent="-228600" eaLnBrk="0" fontAlgn="base" hangingPunct="0">
              <a:spcBef>
                <a:spcPct val="0"/>
              </a:spcBef>
              <a:spcAft>
                <a:spcPct val="0"/>
              </a:spcAft>
              <a:defRPr>
                <a:solidFill>
                  <a:schemeClr val="tx1"/>
                </a:solidFill>
                <a:latin typeface="Calibri" pitchFamily="34" charset="0"/>
                <a:ea typeface="宋体" charset="-122"/>
              </a:defRPr>
            </a:lvl8pPr>
            <a:lvl9pPr marL="3886200" indent="-228600" eaLnBrk="0" fontAlgn="base" hangingPunct="0">
              <a:spcBef>
                <a:spcPct val="0"/>
              </a:spcBef>
              <a:spcAft>
                <a:spcPct val="0"/>
              </a:spcAft>
              <a:defRPr>
                <a:solidFill>
                  <a:schemeClr val="tx1"/>
                </a:solidFill>
                <a:latin typeface="Calibri" pitchFamily="34" charset="0"/>
                <a:ea typeface="宋体" charset="-122"/>
              </a:defRPr>
            </a:lvl9pPr>
          </a:lstStyle>
          <a:p>
            <a:pPr eaLnBrk="1" fontAlgn="base" hangingPunct="1">
              <a:spcBef>
                <a:spcPct val="0"/>
              </a:spcBef>
              <a:spcAft>
                <a:spcPct val="0"/>
              </a:spcAft>
            </a:pPr>
            <a:r>
              <a:rPr lang="zh-CN" altLang="en-US" sz="1544" dirty="0">
                <a:latin typeface="Lato" panose="020F0502020204030203" pitchFamily="34" charset="0"/>
                <a:ea typeface="黑体" panose="02010609060101010101" pitchFamily="49" charset="-122"/>
              </a:rPr>
              <a:t>标题</a:t>
            </a:r>
          </a:p>
        </p:txBody>
      </p:sp>
      <p:sp>
        <p:nvSpPr>
          <p:cNvPr id="23" name="矩形 22"/>
          <p:cNvSpPr/>
          <p:nvPr/>
        </p:nvSpPr>
        <p:spPr>
          <a:xfrm>
            <a:off x="7535747" y="2107544"/>
            <a:ext cx="5523027" cy="324166"/>
          </a:xfrm>
          <a:prstGeom prst="rect">
            <a:avLst/>
          </a:prstGeom>
          <a:noFill/>
        </p:spPr>
        <p:txBody>
          <a:bodyPr wrap="square" lIns="99229" tIns="51867" rIns="99229" bIns="51867" rtlCol="0">
            <a:spAutoFit/>
          </a:bodyPr>
          <a:lstStyle/>
          <a:p>
            <a:pPr marL="198450" indent="-198450" algn="just">
              <a:lnSpc>
                <a:spcPct val="120000"/>
              </a:lnSpc>
              <a:spcBef>
                <a:spcPts val="331"/>
              </a:spcBef>
              <a:buClr>
                <a:srgbClr val="D7000F"/>
              </a:buClr>
              <a:buSzPct val="70000"/>
              <a:buFont typeface="Wingdings" panose="05000000000000000000" pitchFamily="2" charset="2"/>
              <a:buChar char="n"/>
            </a:pPr>
            <a:r>
              <a:rPr lang="en-US" altLang="zh-CN" sz="1323" dirty="0">
                <a:solidFill>
                  <a:schemeClr val="tx1"/>
                </a:solidFill>
                <a:latin typeface="Lato" panose="020F0502020204030203" pitchFamily="34" charset="0"/>
                <a:ea typeface="黑体" panose="02010609060101010101" pitchFamily="49" charset="-122"/>
                <a:cs typeface="Lato" panose="020F0502020204030203" pitchFamily="34" charset="0"/>
              </a:rPr>
              <a:t>XXXXXXXX</a:t>
            </a:r>
            <a:endParaRPr lang="zh-CN" altLang="en-US" sz="1323" dirty="0">
              <a:solidFill>
                <a:schemeClr val="tx1"/>
              </a:solidFill>
              <a:latin typeface="Lato" panose="020F0502020204030203" pitchFamily="34" charset="0"/>
              <a:ea typeface="黑体" panose="02010609060101010101" pitchFamily="49" charset="-122"/>
              <a:cs typeface="Lato" panose="020F0502020204030203" pitchFamily="34" charset="0"/>
            </a:endParaRPr>
          </a:p>
        </p:txBody>
      </p:sp>
      <p:sp>
        <p:nvSpPr>
          <p:cNvPr id="24" name="矩形 23"/>
          <p:cNvSpPr/>
          <p:nvPr/>
        </p:nvSpPr>
        <p:spPr>
          <a:xfrm>
            <a:off x="359796" y="3063351"/>
            <a:ext cx="5227353" cy="349045"/>
          </a:xfrm>
          <a:prstGeom prst="rect">
            <a:avLst/>
          </a:prstGeom>
          <a:noFill/>
        </p:spPr>
        <p:txBody>
          <a:bodyPr wrap="square" lIns="99229" tIns="51867" rIns="99229" bIns="51867" rtlCol="0">
            <a:spAutoFit/>
          </a:bodyPr>
          <a:lstStyle/>
          <a:p>
            <a:pPr marL="198450" indent="-198450" algn="just">
              <a:lnSpc>
                <a:spcPct val="120000"/>
              </a:lnSpc>
              <a:spcBef>
                <a:spcPts val="331"/>
              </a:spcBef>
              <a:buClr>
                <a:srgbClr val="D7000F"/>
              </a:buClr>
              <a:buSzPct val="70000"/>
              <a:buFont typeface="Wingdings" panose="05000000000000000000" pitchFamily="2" charset="2"/>
              <a:buChar char="n"/>
            </a:pPr>
            <a:r>
              <a:rPr lang="en-US" altLang="zh-CN" sz="1323" dirty="0">
                <a:solidFill>
                  <a:schemeClr val="tx1"/>
                </a:solidFill>
                <a:latin typeface="Lato" panose="020F0502020204030203" pitchFamily="34" charset="0"/>
                <a:ea typeface="黑体" panose="02010609060101010101" pitchFamily="49" charset="-122"/>
                <a:cs typeface="Lato" panose="020F0502020204030203" pitchFamily="34" charset="0"/>
              </a:rPr>
              <a:t>XXXXXXXX</a:t>
            </a:r>
            <a:endParaRPr lang="zh-CN" altLang="en-US" sz="1323" dirty="0">
              <a:solidFill>
                <a:schemeClr val="tx1"/>
              </a:solidFill>
              <a:latin typeface="Lato" panose="020F0502020204030203" pitchFamily="34" charset="0"/>
              <a:ea typeface="黑体" panose="02010609060101010101" pitchFamily="49" charset="-122"/>
              <a:cs typeface="Lato" panose="020F0502020204030203" pitchFamily="34" charset="0"/>
            </a:endParaRPr>
          </a:p>
        </p:txBody>
      </p:sp>
      <p:sp>
        <p:nvSpPr>
          <p:cNvPr id="25" name="矩形 24"/>
          <p:cNvSpPr/>
          <p:nvPr/>
        </p:nvSpPr>
        <p:spPr>
          <a:xfrm>
            <a:off x="359796" y="4730183"/>
            <a:ext cx="5227353" cy="349045"/>
          </a:xfrm>
          <a:prstGeom prst="rect">
            <a:avLst/>
          </a:prstGeom>
          <a:noFill/>
        </p:spPr>
        <p:txBody>
          <a:bodyPr wrap="square" lIns="99229" tIns="51867" rIns="99229" bIns="51867" rtlCol="0">
            <a:spAutoFit/>
          </a:bodyPr>
          <a:lstStyle/>
          <a:p>
            <a:pPr marL="198450" indent="-198450" algn="just">
              <a:lnSpc>
                <a:spcPct val="120000"/>
              </a:lnSpc>
              <a:spcBef>
                <a:spcPts val="331"/>
              </a:spcBef>
              <a:buClr>
                <a:srgbClr val="D7000F"/>
              </a:buClr>
              <a:buSzPct val="70000"/>
              <a:buFont typeface="Wingdings" panose="05000000000000000000" pitchFamily="2" charset="2"/>
              <a:buChar char="n"/>
            </a:pPr>
            <a:r>
              <a:rPr lang="en-US" altLang="zh-CN" sz="1323" dirty="0">
                <a:solidFill>
                  <a:schemeClr val="tx1"/>
                </a:solidFill>
                <a:latin typeface="Lato" panose="020F0502020204030203" pitchFamily="34" charset="0"/>
                <a:ea typeface="黑体" panose="02010609060101010101" pitchFamily="49" charset="-122"/>
                <a:cs typeface="Lato" panose="020F0502020204030203" pitchFamily="34" charset="0"/>
              </a:rPr>
              <a:t>XXXXXXXX</a:t>
            </a:r>
            <a:endParaRPr lang="zh-CN" altLang="en-US" sz="1323" dirty="0">
              <a:solidFill>
                <a:schemeClr val="tx1"/>
              </a:solidFill>
              <a:latin typeface="Lato" panose="020F0502020204030203" pitchFamily="34" charset="0"/>
              <a:ea typeface="黑体" panose="02010609060101010101" pitchFamily="49" charset="-122"/>
              <a:cs typeface="Lato" panose="020F0502020204030203" pitchFamily="34" charset="0"/>
            </a:endParaRPr>
          </a:p>
        </p:txBody>
      </p:sp>
      <p:sp>
        <p:nvSpPr>
          <p:cNvPr id="26" name="矩形 25"/>
          <p:cNvSpPr/>
          <p:nvPr/>
        </p:nvSpPr>
        <p:spPr>
          <a:xfrm>
            <a:off x="7535747" y="3946764"/>
            <a:ext cx="5523027" cy="349045"/>
          </a:xfrm>
          <a:prstGeom prst="rect">
            <a:avLst/>
          </a:prstGeom>
          <a:noFill/>
        </p:spPr>
        <p:txBody>
          <a:bodyPr wrap="square" lIns="99229" tIns="51867" rIns="99229" bIns="51867" rtlCol="0">
            <a:spAutoFit/>
          </a:bodyPr>
          <a:lstStyle/>
          <a:p>
            <a:pPr marL="198450" indent="-198450" algn="just">
              <a:lnSpc>
                <a:spcPct val="120000"/>
              </a:lnSpc>
              <a:spcBef>
                <a:spcPts val="331"/>
              </a:spcBef>
              <a:buClr>
                <a:srgbClr val="D7000F"/>
              </a:buClr>
              <a:buSzPct val="70000"/>
              <a:buFont typeface="Wingdings" panose="05000000000000000000" pitchFamily="2" charset="2"/>
              <a:buChar char="n"/>
            </a:pPr>
            <a:r>
              <a:rPr lang="en-US" altLang="zh-CN" sz="1323" dirty="0">
                <a:solidFill>
                  <a:schemeClr val="tx1"/>
                </a:solidFill>
                <a:latin typeface="Lato" panose="020F0502020204030203" pitchFamily="34" charset="0"/>
                <a:ea typeface="黑体" panose="02010609060101010101" pitchFamily="49" charset="-122"/>
                <a:cs typeface="Lato" panose="020F0502020204030203" pitchFamily="34" charset="0"/>
              </a:rPr>
              <a:t>XXXXXXXX</a:t>
            </a:r>
            <a:endParaRPr lang="zh-CN" altLang="en-US" sz="1323" dirty="0">
              <a:solidFill>
                <a:schemeClr val="tx1"/>
              </a:solidFill>
              <a:latin typeface="Lato" panose="020F0502020204030203" pitchFamily="34" charset="0"/>
              <a:ea typeface="黑体" panose="02010609060101010101" pitchFamily="49" charset="-122"/>
              <a:cs typeface="Lato" panose="020F0502020204030203" pitchFamily="34" charset="0"/>
            </a:endParaRPr>
          </a:p>
        </p:txBody>
      </p:sp>
      <p:sp>
        <p:nvSpPr>
          <p:cNvPr id="27" name="矩形 26"/>
          <p:cNvSpPr/>
          <p:nvPr/>
        </p:nvSpPr>
        <p:spPr>
          <a:xfrm>
            <a:off x="7535747" y="5791495"/>
            <a:ext cx="5523027" cy="349045"/>
          </a:xfrm>
          <a:prstGeom prst="rect">
            <a:avLst/>
          </a:prstGeom>
          <a:noFill/>
        </p:spPr>
        <p:txBody>
          <a:bodyPr wrap="square" lIns="99229" tIns="51867" rIns="99229" bIns="51867" rtlCol="0">
            <a:spAutoFit/>
          </a:bodyPr>
          <a:lstStyle/>
          <a:p>
            <a:pPr marL="198450" indent="-198450" algn="just">
              <a:lnSpc>
                <a:spcPct val="120000"/>
              </a:lnSpc>
              <a:spcBef>
                <a:spcPts val="331"/>
              </a:spcBef>
              <a:buClr>
                <a:srgbClr val="D7000F"/>
              </a:buClr>
              <a:buSzPct val="70000"/>
              <a:buFont typeface="Wingdings" panose="05000000000000000000" pitchFamily="2" charset="2"/>
              <a:buChar char="n"/>
            </a:pPr>
            <a:r>
              <a:rPr lang="en-US" altLang="zh-CN" sz="1323" dirty="0">
                <a:solidFill>
                  <a:schemeClr val="tx1"/>
                </a:solidFill>
                <a:latin typeface="Lato" panose="020F0502020204030203" pitchFamily="34" charset="0"/>
                <a:ea typeface="黑体" panose="02010609060101010101" pitchFamily="49" charset="-122"/>
                <a:cs typeface="Lato" panose="020F0502020204030203" pitchFamily="34" charset="0"/>
              </a:rPr>
              <a:t>XXXXXXXX</a:t>
            </a:r>
            <a:endParaRPr lang="zh-CN" altLang="en-US" sz="1323" dirty="0">
              <a:solidFill>
                <a:schemeClr val="tx1"/>
              </a:solidFill>
              <a:latin typeface="Lato" panose="020F0502020204030203" pitchFamily="34" charset="0"/>
              <a:ea typeface="黑体" panose="02010609060101010101" pitchFamily="49" charset="-122"/>
              <a:cs typeface="Lato" panose="020F0502020204030203" pitchFamily="34" charset="0"/>
            </a:endParaRPr>
          </a:p>
        </p:txBody>
      </p:sp>
    </p:spTree>
    <p:extLst>
      <p:ext uri="{BB962C8B-B14F-4D97-AF65-F5344CB8AC3E}">
        <p14:creationId xmlns:p14="http://schemas.microsoft.com/office/powerpoint/2010/main" val="1058746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2276475"/>
            <a:ext cx="13442950" cy="1944688"/>
          </a:xfrm>
          <a:prstGeom prst="rect">
            <a:avLst/>
          </a:prstGeom>
          <a:solidFill>
            <a:schemeClr val="bg1">
              <a:lumMod val="95000"/>
              <a:alpha val="8980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7" rIns="91435" bIns="45717" anchor="ctr"/>
          <a:lstStyle/>
          <a:p>
            <a:pPr algn="ctr">
              <a:defRPr/>
            </a:pPr>
            <a:endParaRPr lang="zh-CN" altLang="en-US" b="0" dirty="0">
              <a:latin typeface="Lato" panose="020F0502020204030203" pitchFamily="34" charset="0"/>
              <a:ea typeface="黑体" panose="02010609060101010101" pitchFamily="49" charset="-122"/>
              <a:cs typeface="Arial" pitchFamily="34" charset="0"/>
            </a:endParaRPr>
          </a:p>
        </p:txBody>
      </p:sp>
      <p:sp>
        <p:nvSpPr>
          <p:cNvPr id="4" name="矩形 259"/>
          <p:cNvSpPr>
            <a:spLocks noChangeArrowheads="1"/>
          </p:cNvSpPr>
          <p:nvPr/>
        </p:nvSpPr>
        <p:spPr bwMode="auto">
          <a:xfrm>
            <a:off x="1583676" y="2712891"/>
            <a:ext cx="9990665" cy="677108"/>
          </a:xfrm>
          <a:prstGeom prst="rect">
            <a:avLst/>
          </a:prstGeom>
          <a:noFill/>
          <a:ln>
            <a:noFill/>
          </a:ln>
        </p:spPr>
        <p:txBody>
          <a:bodyPr wrap="square" lIns="0" tIns="0" rIns="0" bIns="0">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spcBef>
                <a:spcPct val="0"/>
              </a:spcBef>
              <a:buFont typeface="Arial" panose="020B0604020202020204" pitchFamily="34" charset="0"/>
              <a:buNone/>
              <a:defRPr/>
            </a:pPr>
            <a:r>
              <a:rPr lang="zh-CN" altLang="en-US" sz="4400" b="1" spc="500" dirty="0">
                <a:solidFill>
                  <a:srgbClr val="000066"/>
                </a:solidFill>
                <a:latin typeface="Lato" panose="020F0502020204030203" pitchFamily="34" charset="0"/>
                <a:ea typeface="黑体" panose="02010609060101010101" pitchFamily="49" charset="-122"/>
                <a:cs typeface="Arial" pitchFamily="34" charset="0"/>
              </a:rPr>
              <a:t>  感谢您的信任与支持！</a:t>
            </a:r>
          </a:p>
        </p:txBody>
      </p:sp>
      <p:sp>
        <p:nvSpPr>
          <p:cNvPr id="5" name="文本框 5"/>
          <p:cNvSpPr txBox="1"/>
          <p:nvPr/>
        </p:nvSpPr>
        <p:spPr>
          <a:xfrm>
            <a:off x="2977059" y="3573466"/>
            <a:ext cx="6972300" cy="464230"/>
          </a:xfrm>
          <a:prstGeom prst="rect">
            <a:avLst/>
          </a:prstGeom>
          <a:noFill/>
        </p:spPr>
        <p:txBody>
          <a:bodyPr>
            <a:spAutoFit/>
          </a:bodyPr>
          <a:lstStyle/>
          <a:p>
            <a:pPr algn="ctr">
              <a:lnSpc>
                <a:spcPts val="2880"/>
              </a:lnSpc>
              <a:defRPr/>
            </a:pPr>
            <a:r>
              <a:rPr lang="en-US" altLang="zh-CN" sz="2400" kern="20000" spc="200" dirty="0">
                <a:latin typeface="Lato" panose="020F0502020204030203" pitchFamily="34" charset="0"/>
                <a:ea typeface="黑体" panose="02010609060101010101" pitchFamily="49" charset="-122"/>
                <a:cs typeface="Arial" pitchFamily="34" charset="0"/>
              </a:rPr>
              <a:t>THANK YOU</a:t>
            </a:r>
          </a:p>
        </p:txBody>
      </p:sp>
      <p:sp>
        <p:nvSpPr>
          <p:cNvPr id="7" name="Rectangle 6"/>
          <p:cNvSpPr>
            <a:spLocks noChangeArrowheads="1"/>
          </p:cNvSpPr>
          <p:nvPr/>
        </p:nvSpPr>
        <p:spPr bwMode="auto">
          <a:xfrm>
            <a:off x="0" y="4292600"/>
            <a:ext cx="13442950" cy="45719"/>
          </a:xfrm>
          <a:prstGeom prst="rect">
            <a:avLst/>
          </a:prstGeom>
          <a:gradFill flip="none" rotWithShape="1">
            <a:gsLst>
              <a:gs pos="5000">
                <a:srgbClr val="C00000"/>
              </a:gs>
              <a:gs pos="18000">
                <a:schemeClr val="bg1"/>
              </a:gs>
              <a:gs pos="100000">
                <a:srgbClr val="CD7371"/>
              </a:gs>
            </a:gsLst>
            <a:lin ang="10800000" scaled="1"/>
            <a:tileRect/>
          </a:gradFill>
          <a:ln w="9525">
            <a:noFill/>
            <a:miter lim="800000"/>
            <a:headEnd/>
            <a:tailEnd/>
          </a:ln>
        </p:spPr>
        <p:txBody>
          <a:bodyPr/>
          <a:lstStyle/>
          <a:p>
            <a:pPr>
              <a:defRPr/>
            </a:pPr>
            <a:endParaRPr lang="zh-CN" altLang="en-US">
              <a:latin typeface="Lato" panose="020F0502020204030203" pitchFamily="34" charset="0"/>
              <a:ea typeface="黑体" panose="02010609060101010101" pitchFamily="49" charset="-122"/>
            </a:endParaRPr>
          </a:p>
        </p:txBody>
      </p:sp>
      <p:sp>
        <p:nvSpPr>
          <p:cNvPr id="11" name="文本占位符 18"/>
          <p:cNvSpPr txBox="1">
            <a:spLocks/>
          </p:cNvSpPr>
          <p:nvPr/>
        </p:nvSpPr>
        <p:spPr>
          <a:xfrm>
            <a:off x="1406852" y="4742151"/>
            <a:ext cx="2376488" cy="1268412"/>
          </a:xfrm>
          <a:prstGeom prst="rect">
            <a:avLst/>
          </a:prstGeom>
        </p:spPr>
        <p:txBody>
          <a:bodyPr/>
          <a:lstStyle>
            <a:lvl1pPr>
              <a:buFontTx/>
              <a:buNone/>
              <a:defRPr sz="1050"/>
            </a:lvl1pPr>
          </a:lstStyle>
          <a:p>
            <a:pPr marL="290513" indent="-290513" algn="just" eaLnBrk="0" hangingPunct="0">
              <a:spcBef>
                <a:spcPct val="20000"/>
              </a:spcBef>
              <a:spcAft>
                <a:spcPts val="0"/>
              </a:spcAft>
              <a:tabLst>
                <a:tab pos="-68580" algn="l"/>
              </a:tabLst>
              <a:defRPr/>
            </a:pPr>
            <a:r>
              <a:rPr lang="en-US" altLang="zh-CN" b="1" kern="100" dirty="0">
                <a:latin typeface="Lato" panose="020F0502020204030203" pitchFamily="34" charset="0"/>
                <a:ea typeface="黑体" panose="02010609060101010101" pitchFamily="49" charset="-122"/>
                <a:cs typeface="Arial" pitchFamily="34" charset="0"/>
              </a:rPr>
              <a:t>***</a:t>
            </a:r>
            <a:r>
              <a:rPr lang="zh-CN" altLang="en-US" b="1" kern="100" dirty="0">
                <a:latin typeface="Lato" panose="020F0502020204030203" pitchFamily="34" charset="0"/>
                <a:ea typeface="黑体" panose="02010609060101010101" pitchFamily="49" charset="-122"/>
                <a:cs typeface="Arial" pitchFamily="34" charset="0"/>
              </a:rPr>
              <a:t>（头衔）</a:t>
            </a:r>
            <a:endParaRPr lang="en-US" altLang="zh-CN" b="1" kern="100" dirty="0">
              <a:latin typeface="Lato" panose="020F0502020204030203" pitchFamily="34" charset="0"/>
              <a:ea typeface="黑体" panose="02010609060101010101" pitchFamily="49" charset="-122"/>
              <a:cs typeface="Arial" pitchFamily="34" charset="0"/>
            </a:endParaRPr>
          </a:p>
          <a:p>
            <a:pPr marL="290513" indent="-290513" algn="just" eaLnBrk="0" hangingPunct="0">
              <a:spcBef>
                <a:spcPct val="20000"/>
              </a:spcBef>
              <a:spcAft>
                <a:spcPts val="0"/>
              </a:spcAft>
              <a:tabLst>
                <a:tab pos="-68580" algn="l"/>
              </a:tabLst>
              <a:defRPr/>
            </a:pPr>
            <a:endParaRPr lang="en-US" altLang="zh-CN" b="1" kern="100" dirty="0">
              <a:latin typeface="Lato" panose="020F0502020204030203" pitchFamily="34" charset="0"/>
              <a:ea typeface="黑体" panose="02010609060101010101" pitchFamily="49" charset="-122"/>
              <a:cs typeface="Arial" pitchFamily="34" charset="0"/>
            </a:endParaRPr>
          </a:p>
          <a:p>
            <a:pPr marL="290513" indent="-290513" algn="just" eaLnBrk="0" hangingPunct="0">
              <a:spcBef>
                <a:spcPct val="20000"/>
              </a:spcBef>
              <a:spcAft>
                <a:spcPts val="0"/>
              </a:spcAft>
              <a:tabLst>
                <a:tab pos="-68580" algn="l"/>
              </a:tabLst>
              <a:defRPr/>
            </a:pPr>
            <a:r>
              <a:rPr lang="zh-CN" altLang="zh-CN" b="0" kern="100" dirty="0">
                <a:latin typeface="Lato" panose="020F0502020204030203" pitchFamily="34" charset="0"/>
                <a:ea typeface="黑体" panose="02010609060101010101" pitchFamily="49" charset="-122"/>
                <a:cs typeface="Arial" pitchFamily="34" charset="0"/>
              </a:rPr>
              <a:t>执业证书编号：</a:t>
            </a:r>
            <a:r>
              <a:rPr lang="en-US" altLang="zh-CN" b="0" kern="100" dirty="0">
                <a:latin typeface="Lato" panose="020F0502020204030203" pitchFamily="34" charset="0"/>
                <a:ea typeface="黑体" panose="02010609060101010101" pitchFamily="49" charset="-122"/>
                <a:cs typeface="Arial" pitchFamily="34" charset="0"/>
              </a:rPr>
              <a:t>***</a:t>
            </a:r>
            <a:endParaRPr lang="zh-CN" altLang="zh-CN" b="0" kern="100" dirty="0">
              <a:latin typeface="Lato" panose="020F0502020204030203" pitchFamily="34" charset="0"/>
              <a:ea typeface="黑体" panose="02010609060101010101" pitchFamily="49" charset="-122"/>
              <a:cs typeface="Arial" pitchFamily="34" charset="0"/>
            </a:endParaRPr>
          </a:p>
        </p:txBody>
      </p:sp>
      <p:sp>
        <p:nvSpPr>
          <p:cNvPr id="12" name="文本占位符 18"/>
          <p:cNvSpPr txBox="1">
            <a:spLocks/>
          </p:cNvSpPr>
          <p:nvPr/>
        </p:nvSpPr>
        <p:spPr>
          <a:xfrm>
            <a:off x="3624907" y="4750070"/>
            <a:ext cx="2376488" cy="1268412"/>
          </a:xfrm>
          <a:prstGeom prst="rect">
            <a:avLst/>
          </a:prstGeom>
        </p:spPr>
        <p:txBody>
          <a:bodyPr/>
          <a:lstStyle>
            <a:lvl1pPr>
              <a:buFontTx/>
              <a:buNone/>
              <a:defRPr sz="1050"/>
            </a:lvl1pPr>
          </a:lstStyle>
          <a:p>
            <a:pPr marL="290513" indent="-290513" algn="just" eaLnBrk="0" hangingPunct="0">
              <a:spcBef>
                <a:spcPct val="20000"/>
              </a:spcBef>
              <a:spcAft>
                <a:spcPts val="0"/>
              </a:spcAft>
              <a:tabLst>
                <a:tab pos="-68580" algn="l"/>
              </a:tabLst>
              <a:defRPr/>
            </a:pPr>
            <a:r>
              <a:rPr lang="en-US" altLang="zh-CN" b="1" kern="100" dirty="0">
                <a:latin typeface="Lato" panose="020F0502020204030203" pitchFamily="34" charset="0"/>
                <a:ea typeface="黑体" panose="02010609060101010101" pitchFamily="49" charset="-122"/>
                <a:cs typeface="Arial" pitchFamily="34" charset="0"/>
              </a:rPr>
              <a:t>***</a:t>
            </a:r>
            <a:r>
              <a:rPr lang="zh-CN" altLang="en-US" b="1" kern="100" dirty="0">
                <a:latin typeface="Lato" panose="020F0502020204030203" pitchFamily="34" charset="0"/>
                <a:ea typeface="黑体" panose="02010609060101010101" pitchFamily="49" charset="-122"/>
                <a:cs typeface="Arial" pitchFamily="34" charset="0"/>
              </a:rPr>
              <a:t>（头衔）</a:t>
            </a:r>
            <a:endParaRPr lang="en-US" altLang="zh-CN" b="1" kern="100" dirty="0">
              <a:latin typeface="Lato" panose="020F0502020204030203" pitchFamily="34" charset="0"/>
              <a:ea typeface="黑体" panose="02010609060101010101" pitchFamily="49" charset="-122"/>
              <a:cs typeface="Arial" pitchFamily="34" charset="0"/>
            </a:endParaRPr>
          </a:p>
          <a:p>
            <a:pPr marL="290513" indent="-290513" algn="just" eaLnBrk="0" hangingPunct="0">
              <a:spcBef>
                <a:spcPct val="20000"/>
              </a:spcBef>
              <a:spcAft>
                <a:spcPts val="0"/>
              </a:spcAft>
              <a:tabLst>
                <a:tab pos="-68580" algn="l"/>
              </a:tabLst>
              <a:defRPr/>
            </a:pPr>
            <a:endParaRPr lang="en-US" altLang="zh-CN" b="1" kern="100" dirty="0">
              <a:latin typeface="Lato" panose="020F0502020204030203" pitchFamily="34" charset="0"/>
              <a:ea typeface="黑体" panose="02010609060101010101" pitchFamily="49" charset="-122"/>
              <a:cs typeface="Arial" pitchFamily="34" charset="0"/>
            </a:endParaRPr>
          </a:p>
          <a:p>
            <a:pPr marL="290513" indent="-290513" algn="just" eaLnBrk="0" hangingPunct="0">
              <a:spcBef>
                <a:spcPct val="20000"/>
              </a:spcBef>
              <a:spcAft>
                <a:spcPts val="0"/>
              </a:spcAft>
              <a:tabLst>
                <a:tab pos="-68580" algn="l"/>
              </a:tabLst>
              <a:defRPr/>
            </a:pPr>
            <a:r>
              <a:rPr lang="zh-CN" altLang="zh-CN" b="0" kern="100" dirty="0">
                <a:latin typeface="Lato" panose="020F0502020204030203" pitchFamily="34" charset="0"/>
                <a:ea typeface="黑体" panose="02010609060101010101" pitchFamily="49" charset="-122"/>
                <a:cs typeface="Arial" pitchFamily="34" charset="0"/>
              </a:rPr>
              <a:t>执业证书编号：</a:t>
            </a:r>
            <a:r>
              <a:rPr lang="en-US" altLang="zh-CN" b="0" kern="100" dirty="0">
                <a:latin typeface="Lato" panose="020F0502020204030203" pitchFamily="34" charset="0"/>
                <a:ea typeface="黑体" panose="02010609060101010101" pitchFamily="49" charset="-122"/>
                <a:cs typeface="Arial" pitchFamily="34" charset="0"/>
              </a:rPr>
              <a:t>***</a:t>
            </a:r>
            <a:endParaRPr lang="zh-CN" altLang="zh-CN" b="0" kern="100" dirty="0">
              <a:latin typeface="Lato" panose="020F0502020204030203" pitchFamily="34" charset="0"/>
              <a:ea typeface="黑体" panose="02010609060101010101" pitchFamily="49" charset="-122"/>
              <a:cs typeface="Arial" pitchFamily="34" charset="0"/>
            </a:endParaRPr>
          </a:p>
        </p:txBody>
      </p:sp>
    </p:spTree>
    <p:extLst>
      <p:ext uri="{BB962C8B-B14F-4D97-AF65-F5344CB8AC3E}">
        <p14:creationId xmlns:p14="http://schemas.microsoft.com/office/powerpoint/2010/main" val="240423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lt">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32018-C895-C471-620E-CEA7C0BA79EB}"/>
            </a:ext>
          </a:extLst>
        </p:cNvPr>
        <p:cNvGrpSpPr/>
        <p:nvPr/>
      </p:nvGrpSpPr>
      <p:grpSpPr>
        <a:xfrm>
          <a:off x="0" y="0"/>
          <a:ext cx="0" cy="0"/>
          <a:chOff x="0" y="0"/>
          <a:chExt cx="0" cy="0"/>
        </a:xfrm>
      </p:grpSpPr>
      <p:cxnSp>
        <p:nvCxnSpPr>
          <p:cNvPr id="18" name="Straight Connector 6">
            <a:extLst>
              <a:ext uri="{FF2B5EF4-FFF2-40B4-BE49-F238E27FC236}">
                <a16:creationId xmlns:a16="http://schemas.microsoft.com/office/drawing/2014/main" id="{84AA1FD4-D35D-E4AD-FF0F-AE5AC07EB6E9}"/>
              </a:ext>
            </a:extLst>
          </p:cNvPr>
          <p:cNvCxnSpPr/>
          <p:nvPr/>
        </p:nvCxnSpPr>
        <p:spPr bwMode="auto">
          <a:xfrm>
            <a:off x="384176" y="925284"/>
            <a:ext cx="12674599" cy="0"/>
          </a:xfrm>
          <a:prstGeom prst="line">
            <a:avLst/>
          </a:prstGeom>
          <a:solidFill>
            <a:schemeClr val="accent1"/>
          </a:solidFill>
          <a:ln w="19050" cap="flat" cmpd="sng" algn="ctr">
            <a:solidFill>
              <a:srgbClr val="D7000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文本占位符 9">
            <a:extLst>
              <a:ext uri="{FF2B5EF4-FFF2-40B4-BE49-F238E27FC236}">
                <a16:creationId xmlns:a16="http://schemas.microsoft.com/office/drawing/2014/main" id="{576B7C18-7B5F-4C1A-AE0E-7B45633B0655}"/>
              </a:ext>
            </a:extLst>
          </p:cNvPr>
          <p:cNvSpPr txBox="1"/>
          <p:nvPr/>
        </p:nvSpPr>
        <p:spPr>
          <a:xfrm>
            <a:off x="10871595" y="360447"/>
            <a:ext cx="2232248" cy="288032"/>
          </a:xfrm>
          <a:prstGeom prst="rect">
            <a:avLst/>
          </a:prstGeom>
        </p:spPr>
        <p:txBody>
          <a:bodyPr/>
          <a:lstStyle>
            <a:lvl1pPr marL="0" indent="0" algn="ctr" rtl="0" eaLnBrk="0" fontAlgn="auto" hangingPunct="0">
              <a:lnSpc>
                <a:spcPct val="150000"/>
              </a:lnSpc>
              <a:spcBef>
                <a:spcPts val="0"/>
              </a:spcBef>
              <a:spcAft>
                <a:spcPts val="0"/>
              </a:spcAft>
              <a:buFontTx/>
              <a:buNone/>
              <a:defRPr lang="zh-CN" altLang="en-US" sz="900" b="1" kern="12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微软雅黑" panose="020B0503020204020204" pitchFamily="34" charset="-122"/>
              </a:defRPr>
            </a:lvl1pPr>
            <a:lvl2pPr>
              <a:buFontTx/>
              <a:buNone/>
              <a:defRPr sz="1400"/>
            </a:lvl2pPr>
            <a:lvl3pPr>
              <a:buFontTx/>
              <a:buNone/>
              <a:defRPr sz="1400"/>
            </a:lvl3pPr>
            <a:lvl4pPr>
              <a:buFontTx/>
              <a:buNone/>
              <a:defRPr sz="1400"/>
            </a:lvl4pPr>
            <a:lvl5pPr>
              <a:buFontTx/>
              <a:buNone/>
              <a:defRPr sz="1400"/>
            </a:lvl5pPr>
          </a:lstStyle>
          <a:p>
            <a:pPr marL="0" marR="0" lvl="0" indent="0" algn="r" defTabSz="914400" rtl="0" eaLnBrk="0" fontAlgn="auto" latinLnBrk="0" hangingPunct="0">
              <a:lnSpc>
                <a:spcPct val="150000"/>
              </a:lnSpc>
              <a:spcBef>
                <a:spcPts val="0"/>
              </a:spcBef>
              <a:spcAft>
                <a:spcPts val="0"/>
              </a:spcAft>
              <a:buClrTx/>
              <a:buSzTx/>
              <a:buFontTx/>
              <a:buNone/>
              <a:tabLst/>
              <a:defRPr/>
            </a:pPr>
            <a:r>
              <a:rPr kumimoji="0" lang="zh-CN" altLang="en-US" sz="1000" b="1" i="0" u="none" strike="noStrike" kern="1200" cap="none" spc="0" normalizeH="0" noProof="0" dirty="0">
                <a:ln>
                  <a:noFill/>
                </a:ln>
                <a:solidFill>
                  <a:srgbClr val="000066"/>
                </a:solidFill>
                <a:effectLst/>
                <a:uLnTx/>
                <a:uFillTx/>
                <a:latin typeface="Lato" panose="020F0502020204030203" pitchFamily="34" charset="0"/>
                <a:ea typeface="黑体" panose="02010609060101010101" pitchFamily="49" charset="-122"/>
                <a:cs typeface="Arial" panose="020B0604020202020204" pitchFamily="34" charset="0"/>
                <a:sym typeface="微软雅黑" panose="020B0503020204020204" pitchFamily="34" charset="-122"/>
              </a:rPr>
              <a:t>证券研究报告　</a:t>
            </a:r>
            <a:r>
              <a:rPr kumimoji="0" lang="en-US" altLang="zh-CN" sz="1000" b="1" i="0" u="none" strike="noStrike" kern="1200" cap="none" spc="0" normalizeH="0" noProof="0" dirty="0">
                <a:ln>
                  <a:noFill/>
                </a:ln>
                <a:solidFill>
                  <a:srgbClr val="000066"/>
                </a:solidFill>
                <a:effectLst/>
                <a:uLnTx/>
                <a:uFillTx/>
                <a:latin typeface="Lato" panose="020F0502020204030203" pitchFamily="34" charset="0"/>
                <a:ea typeface="黑体" panose="02010609060101010101" pitchFamily="49" charset="-122"/>
                <a:cs typeface="Arial" panose="020B0604020202020204" pitchFamily="34" charset="0"/>
                <a:sym typeface="微软雅黑" panose="020B0503020204020204" pitchFamily="34" charset="-122"/>
              </a:rPr>
              <a:t>2026</a:t>
            </a:r>
            <a:r>
              <a:rPr kumimoji="0" lang="zh-CN" altLang="en-US" sz="1000" b="1" i="0" u="none" strike="noStrike" kern="1200" cap="none" spc="0" normalizeH="0" noProof="0" dirty="0">
                <a:ln>
                  <a:noFill/>
                </a:ln>
                <a:solidFill>
                  <a:srgbClr val="000066"/>
                </a:solidFill>
                <a:effectLst/>
                <a:uLnTx/>
                <a:uFillTx/>
                <a:latin typeface="Lato" panose="020F0502020204030203" pitchFamily="34" charset="0"/>
                <a:ea typeface="黑体" panose="02010609060101010101" pitchFamily="49" charset="-122"/>
                <a:cs typeface="Arial" panose="020B0604020202020204" pitchFamily="34" charset="0"/>
                <a:sym typeface="微软雅黑" panose="020B0503020204020204" pitchFamily="34" charset="-122"/>
              </a:rPr>
              <a:t>年</a:t>
            </a:r>
            <a:r>
              <a:rPr kumimoji="0" lang="en-US" altLang="zh-CN" sz="1000" b="1" i="0" u="none" strike="noStrike" kern="1200" cap="none" spc="0" normalizeH="0" noProof="0" dirty="0">
                <a:ln>
                  <a:noFill/>
                </a:ln>
                <a:solidFill>
                  <a:srgbClr val="000066"/>
                </a:solidFill>
                <a:effectLst/>
                <a:uLnTx/>
                <a:uFillTx/>
                <a:latin typeface="Lato" panose="020F0502020204030203" pitchFamily="34" charset="0"/>
                <a:ea typeface="黑体" panose="02010609060101010101" pitchFamily="49" charset="-122"/>
                <a:cs typeface="Arial" panose="020B0604020202020204" pitchFamily="34" charset="0"/>
                <a:sym typeface="微软雅黑" panose="020B0503020204020204" pitchFamily="34" charset="-122"/>
              </a:rPr>
              <a:t>X</a:t>
            </a:r>
            <a:r>
              <a:rPr kumimoji="0" lang="zh-CN" altLang="en-US" sz="1000" b="1" i="0" u="none" strike="noStrike" kern="1200" cap="none" spc="0" normalizeH="0" noProof="0" dirty="0">
                <a:ln>
                  <a:noFill/>
                </a:ln>
                <a:solidFill>
                  <a:srgbClr val="000066"/>
                </a:solidFill>
                <a:effectLst/>
                <a:uLnTx/>
                <a:uFillTx/>
                <a:latin typeface="Lato" panose="020F0502020204030203" pitchFamily="34" charset="0"/>
                <a:ea typeface="黑体" panose="02010609060101010101" pitchFamily="49" charset="-122"/>
                <a:cs typeface="Arial" panose="020B0604020202020204" pitchFamily="34" charset="0"/>
                <a:sym typeface="微软雅黑" panose="020B0503020204020204" pitchFamily="34" charset="-122"/>
              </a:rPr>
              <a:t>月</a:t>
            </a:r>
            <a:r>
              <a:rPr kumimoji="0" lang="en-US" altLang="zh-CN" sz="1000" b="1" i="0" u="none" strike="noStrike" kern="1200" cap="none" spc="0" normalizeH="0" noProof="0" dirty="0">
                <a:ln>
                  <a:noFill/>
                </a:ln>
                <a:solidFill>
                  <a:srgbClr val="000066"/>
                </a:solidFill>
                <a:effectLst/>
                <a:uLnTx/>
                <a:uFillTx/>
                <a:latin typeface="Lato" panose="020F0502020204030203" pitchFamily="34" charset="0"/>
                <a:ea typeface="黑体" panose="02010609060101010101" pitchFamily="49" charset="-122"/>
                <a:cs typeface="Arial" panose="020B0604020202020204" pitchFamily="34" charset="0"/>
                <a:sym typeface="微软雅黑" panose="020B0503020204020204" pitchFamily="34" charset="-122"/>
              </a:rPr>
              <a:t>XX</a:t>
            </a:r>
            <a:r>
              <a:rPr kumimoji="0" lang="zh-CN" altLang="en-US" sz="1000" b="1" i="0" u="none" strike="noStrike" kern="1200" cap="none" spc="0" normalizeH="0" noProof="0" dirty="0">
                <a:ln>
                  <a:noFill/>
                </a:ln>
                <a:solidFill>
                  <a:srgbClr val="000066"/>
                </a:solidFill>
                <a:effectLst/>
                <a:uLnTx/>
                <a:uFillTx/>
                <a:latin typeface="Lato" panose="020F0502020204030203" pitchFamily="34" charset="0"/>
                <a:ea typeface="黑体" panose="02010609060101010101" pitchFamily="49" charset="-122"/>
                <a:cs typeface="Arial" panose="020B0604020202020204" pitchFamily="34" charset="0"/>
                <a:sym typeface="微软雅黑" panose="020B0503020204020204" pitchFamily="34" charset="-122"/>
              </a:rPr>
              <a:t>日</a:t>
            </a:r>
          </a:p>
        </p:txBody>
      </p:sp>
    </p:spTree>
    <p:extLst>
      <p:ext uri="{BB962C8B-B14F-4D97-AF65-F5344CB8AC3E}">
        <p14:creationId xmlns:p14="http://schemas.microsoft.com/office/powerpoint/2010/main" val="209301143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32018-C895-C471-620E-CEA7C0BA79EB}"/>
            </a:ext>
          </a:extLst>
        </p:cNvPr>
        <p:cNvGrpSpPr/>
        <p:nvPr/>
      </p:nvGrpSpPr>
      <p:grpSpPr>
        <a:xfrm>
          <a:off x="0" y="0"/>
          <a:ext cx="0" cy="0"/>
          <a:chOff x="0" y="0"/>
          <a:chExt cx="0" cy="0"/>
        </a:xfrm>
      </p:grpSpPr>
      <p:cxnSp>
        <p:nvCxnSpPr>
          <p:cNvPr id="6" name="Straight Connector 6">
            <a:extLst>
              <a:ext uri="{FF2B5EF4-FFF2-40B4-BE49-F238E27FC236}">
                <a16:creationId xmlns:a16="http://schemas.microsoft.com/office/drawing/2014/main" id="{84AA1FD4-D35D-E4AD-FF0F-AE5AC07EB6E9}"/>
              </a:ext>
            </a:extLst>
          </p:cNvPr>
          <p:cNvCxnSpPr/>
          <p:nvPr/>
        </p:nvCxnSpPr>
        <p:spPr bwMode="auto">
          <a:xfrm>
            <a:off x="384176" y="925284"/>
            <a:ext cx="12674599" cy="0"/>
          </a:xfrm>
          <a:prstGeom prst="line">
            <a:avLst/>
          </a:prstGeom>
          <a:solidFill>
            <a:schemeClr val="accent1"/>
          </a:solidFill>
          <a:ln w="19050" cap="flat" cmpd="sng" algn="ctr">
            <a:solidFill>
              <a:srgbClr val="D7000F"/>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09174357"/>
      </p:ext>
    </p:extLst>
  </p:cSld>
  <p:clrMapOvr>
    <a:masterClrMapping/>
  </p:clrMapOvr>
  <p:transition/>
</p:sld>
</file>

<file path=ppt/theme/theme1.xml><?xml version="1.0" encoding="utf-8"?>
<a:theme xmlns:a="http://schemas.openxmlformats.org/drawingml/2006/main" name="2_Theme1">
  <a:themeElements>
    <a:clrScheme name="CITICS &amp; CLSA 2026">
      <a:dk1>
        <a:srgbClr val="000066"/>
      </a:dk1>
      <a:lt1>
        <a:srgbClr val="FFFFFF"/>
      </a:lt1>
      <a:dk2>
        <a:srgbClr val="000066"/>
      </a:dk2>
      <a:lt2>
        <a:srgbClr val="FFFFFF"/>
      </a:lt2>
      <a:accent1>
        <a:srgbClr val="000066"/>
      </a:accent1>
      <a:accent2>
        <a:srgbClr val="356BAC"/>
      </a:accent2>
      <a:accent3>
        <a:srgbClr val="01A5D1"/>
      </a:accent3>
      <a:accent4>
        <a:srgbClr val="6E7F86"/>
      </a:accent4>
      <a:accent5>
        <a:srgbClr val="D9E2F7"/>
      </a:accent5>
      <a:accent6>
        <a:srgbClr val="263851"/>
      </a:accent6>
      <a:hlink>
        <a:srgbClr val="000066"/>
      </a:hlink>
      <a:folHlink>
        <a:srgbClr val="000066"/>
      </a:folHlink>
    </a:clrScheme>
    <a:fontScheme name="CLSA_Word">
      <a:majorFont>
        <a:latin typeface="Lato"/>
        <a:ea typeface="Lato"/>
        <a:cs typeface=""/>
      </a:majorFont>
      <a:minorFont>
        <a:latin typeface="Lato"/>
        <a:ea typeface="Lato"/>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95363"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rgbClr val="000066"/>
            </a:solidFill>
            <a:effectLst/>
            <a:latin typeface="Verdana" pitchFamily="34" charset="0"/>
            <a:ea typeface="PMingLiU"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95363"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rgbClr val="000066"/>
            </a:solidFill>
            <a:effectLst/>
            <a:latin typeface="Verdana" pitchFamily="34" charset="0"/>
            <a:ea typeface="PMingLiU" pitchFamily="18" charset="-120"/>
          </a:defRPr>
        </a:defPPr>
      </a:lstStyle>
    </a:lnDef>
    <a:txDef>
      <a:spPr>
        <a:noFill/>
      </a:spPr>
      <a:bodyPr wrap="none" rtlCol="0">
        <a:spAutoFit/>
      </a:bodyPr>
      <a:lstStyle>
        <a:defPPr>
          <a:defRPr dirty="0" err="1" smtClean="0">
            <a:latin typeface="Lato" panose="020F0502020204030203" pitchFamily="34" charset="0"/>
            <a:ea typeface="Lato" panose="020F0502020204030203" pitchFamily="34" charset="0"/>
            <a:cs typeface="Lato" panose="020F0502020204030203" pitchFamily="34" charset="0"/>
          </a:defRPr>
        </a:defPPr>
      </a:lstStyle>
    </a:txDef>
  </a:objectDefaults>
  <a:extraClrSchemeLst>
    <a:extraClrScheme>
      <a:clrScheme name="blank 1">
        <a:dk1>
          <a:srgbClr val="000066"/>
        </a:dk1>
        <a:lt1>
          <a:srgbClr val="FFFFFF"/>
        </a:lt1>
        <a:dk2>
          <a:srgbClr val="000066"/>
        </a:dk2>
        <a:lt2>
          <a:srgbClr val="B2B2D8"/>
        </a:lt2>
        <a:accent1>
          <a:srgbClr val="000066"/>
        </a:accent1>
        <a:accent2>
          <a:srgbClr val="FFF100"/>
        </a:accent2>
        <a:accent3>
          <a:srgbClr val="FFFFFF"/>
        </a:accent3>
        <a:accent4>
          <a:srgbClr val="000056"/>
        </a:accent4>
        <a:accent5>
          <a:srgbClr val="AAAAB8"/>
        </a:accent5>
        <a:accent6>
          <a:srgbClr val="E7E700"/>
        </a:accent6>
        <a:hlink>
          <a:srgbClr val="000066"/>
        </a:hlink>
        <a:folHlink>
          <a:srgbClr val="000066"/>
        </a:folHlink>
      </a:clrScheme>
      <a:clrMap bg1="lt1" tx1="dk1" bg2="lt2" tx2="dk2" accent1="accent1" accent2="accent2" accent3="accent3" accent4="accent4" accent5="accent5" accent6="accent6" hlink="hlink" folHlink="folHlink"/>
    </a:extraClrScheme>
  </a:extraClrSchemeLst>
  <a:custClrLst>
    <a:custClr name="Blue100">
      <a:srgbClr val="000066"/>
    </a:custClr>
    <a:custClr name="Blue80">
      <a:srgbClr val="2A408B"/>
    </a:custClr>
    <a:custClr name="Blue60">
      <a:srgbClr val="5065A6"/>
    </a:custClr>
    <a:custClr name="Blue40">
      <a:srgbClr val="899DD0"/>
    </a:custClr>
    <a:custClr name="Blue20">
      <a:srgbClr val="D9E2F7"/>
    </a:custClr>
    <a:custClr name="Yellow100">
      <a:srgbClr val="FFF100"/>
    </a:custClr>
    <a:custClr name="Yellow80">
      <a:srgbClr val="FFFF33"/>
    </a:custClr>
    <a:custClr name="Yellow60">
      <a:srgbClr val="FFFF66"/>
    </a:custClr>
    <a:custClr name="Yellow40">
      <a:srgbClr val="FFFF99"/>
    </a:custClr>
    <a:custClr name="Yellow20">
      <a:srgbClr val="FFFFCC"/>
    </a:custClr>
    <a:custClr name="Green100">
      <a:srgbClr val="4D4D00"/>
    </a:custClr>
    <a:custClr name="Green70">
      <a:srgbClr val="99994D"/>
    </a:custClr>
    <a:custClr name="Green40">
      <a:srgbClr val="E6E6B3"/>
    </a:custClr>
    <a:custClr name="Table row 1">
      <a:srgbClr val="F0F3FC"/>
    </a:custClr>
    <a:custClr name="Table row 2">
      <a:srgbClr val="FFFFCC"/>
    </a:custClr>
    <a:custClr name="Blue">
      <a:srgbClr val="3333FF"/>
    </a:custClr>
  </a:custClr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
  <TotalTime>1472243620</TotalTime>
  <Words>1330</Words>
  <Application>Microsoft Office PowerPoint</Application>
  <PresentationFormat>自定义</PresentationFormat>
  <Paragraphs>307</Paragraphs>
  <Slides>18</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黑体</vt:lpstr>
      <vt:lpstr>Verdana</vt:lpstr>
      <vt:lpstr>Wingdings</vt:lpstr>
      <vt:lpstr>Wingdings 2</vt:lpstr>
      <vt:lpstr>Times New Roman</vt:lpstr>
      <vt:lpstr>Lato</vt:lpstr>
      <vt:lpstr>PMingLiU</vt:lpstr>
      <vt:lpstr>2_Theme1</vt:lpstr>
      <vt:lpstr>角逐定价权，迈入低波市</vt:lpstr>
      <vt:lpstr>目录</vt:lpstr>
      <vt:lpstr>PowerPoint 演示文稿</vt:lpstr>
      <vt:lpstr>PowerPoint 演示文稿</vt:lpstr>
      <vt:lpstr>中美格局对行情节奏、流畅度、估值空间的影响比以往更大</vt:lpstr>
      <vt:lpstr>但此轮行情高净值人群以及企业客户的参与热情并未提升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并列</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publications@clsa.com</dc:creator>
  <cp:lastModifiedBy>admin</cp:lastModifiedBy>
  <cp:revision>749</cp:revision>
  <cp:lastPrinted>2025-12-01T03:16:18Z</cp:lastPrinted>
  <dcterms:modified xsi:type="dcterms:W3CDTF">2026-02-04T10:13:50Z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D_Document_Page_Count">
    <vt:lpwstr>8</vt:lpwstr>
  </property>
</Properties>
</file>